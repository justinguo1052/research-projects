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660"/>
  </p:normalViewPr>
  <p:slideViewPr>
    <p:cSldViewPr snapToGrid="0">
      <p:cViewPr varScale="1">
        <p:scale>
          <a:sx n="93" d="100"/>
          <a:sy n="93" d="100"/>
        </p:scale>
        <p:origin x="216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7/10/24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867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7/10/24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650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7/10/24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677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7/10/24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96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7/10/24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648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7/10/24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875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7/10/24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787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7/10/24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026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7/10/24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576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7/10/24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065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7/10/24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483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7/10/24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80173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11" r:id="rId6"/>
    <p:sldLayoutId id="2147483706" r:id="rId7"/>
    <p:sldLayoutId id="2147483707" r:id="rId8"/>
    <p:sldLayoutId id="2147483708" r:id="rId9"/>
    <p:sldLayoutId id="2147483710" r:id="rId10"/>
    <p:sldLayoutId id="2147483709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32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6B4480E-B7FF-4481-890E-043A69AE6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9394E1F-0B5F-497D-B2A6-8383A2A54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3"/>
            <a:chOff x="438068" y="457200"/>
            <a:chExt cx="3703320" cy="59351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F1FF39A-AC3C-4066-9D4C-519AA2281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01201"/>
              <a:ext cx="3702134" cy="5791132"/>
            </a:xfrm>
            <a:prstGeom prst="rect">
              <a:avLst/>
            </a:prstGeom>
            <a:solidFill>
              <a:srgbClr val="465359">
                <a:alpha val="97000"/>
              </a:srgb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4C13BAB-7C00-4D21-A857-E3D41C0A2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rgbClr val="4653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22D270-EF78-EAFF-7CBF-8FD4194EA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524001"/>
            <a:ext cx="3412067" cy="34783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BioM’s bionic ankle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FFF404E-FC55-8C0E-AB12-75752F570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5053" y="1015619"/>
            <a:ext cx="6764864" cy="4803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283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C427EA3-1645-4B27-A5C2-55E8E24C6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5CDBF6-7B87-4A58-92CA-E887CA36A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BFF2B2E-1CF1-403F-BB44-3F9C3E7F6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8B4D3C-0DE0-43B9-B032-32B536B96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2BDD75C-DDDD-4249-AD04-DBE4880FB4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1166" y="1375971"/>
            <a:ext cx="6518800" cy="4400188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07788D3-E467-4E25-A5E9-FD41795BD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601200"/>
            <a:ext cx="3703320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222B58-5361-5F78-5F99-A5A1C5581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Ottoback Meridium’s Bionic ANkle</a:t>
            </a:r>
          </a:p>
        </p:txBody>
      </p:sp>
    </p:spTree>
    <p:extLst>
      <p:ext uri="{BB962C8B-B14F-4D97-AF65-F5344CB8AC3E}">
        <p14:creationId xmlns:p14="http://schemas.microsoft.com/office/powerpoint/2010/main" val="2302987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7A73E-7044-64ED-28A9-F8D356F20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77BEC-E07B-816A-2205-5FD8E047C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9872423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AnalogousFromRegularSeed_2SEEDS">
      <a:dk1>
        <a:srgbClr val="000000"/>
      </a:dk1>
      <a:lt1>
        <a:srgbClr val="FFFFFF"/>
      </a:lt1>
      <a:dk2>
        <a:srgbClr val="23323E"/>
      </a:dk2>
      <a:lt2>
        <a:srgbClr val="E8E3E2"/>
      </a:lt2>
      <a:accent1>
        <a:srgbClr val="3B94B1"/>
      </a:accent1>
      <a:accent2>
        <a:srgbClr val="46B4A1"/>
      </a:accent2>
      <a:accent3>
        <a:srgbClr val="4D74C3"/>
      </a:accent3>
      <a:accent4>
        <a:srgbClr val="B13B58"/>
      </a:accent4>
      <a:accent5>
        <a:srgbClr val="C3604D"/>
      </a:accent5>
      <a:accent6>
        <a:srgbClr val="B1803B"/>
      </a:accent6>
      <a:hlink>
        <a:srgbClr val="BF5F3F"/>
      </a:hlink>
      <a:folHlink>
        <a:srgbClr val="7F7F7F"/>
      </a:folHlink>
    </a:clrScheme>
    <a:fontScheme name="Dividend">
      <a:majorFont>
        <a:latin typeface="Tw Cen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7</Words>
  <Application>Microsoft Macintosh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Tw Cen MT</vt:lpstr>
      <vt:lpstr>Wingdings 2</vt:lpstr>
      <vt:lpstr>DividendVTI</vt:lpstr>
      <vt:lpstr>BioM’s bionic ankle</vt:lpstr>
      <vt:lpstr>Ottoback Meridium’s Bionic ANkle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BioM’s bionic ankle</dc:title>
  <dc:creator>Zhaohua Guo</dc:creator>
  <cp:lastModifiedBy>Zhaohua Guo</cp:lastModifiedBy>
  <cp:revision>1</cp:revision>
  <dcterms:created xsi:type="dcterms:W3CDTF">2024-07-10T03:54:37Z</dcterms:created>
  <dcterms:modified xsi:type="dcterms:W3CDTF">2024-07-10T08:03:03Z</dcterms:modified>
</cp:coreProperties>
</file>