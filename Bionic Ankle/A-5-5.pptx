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  <p:sldId id="258" r:id="rId6"/>
    <p:sldId id="259" r:id="rId7"/>
    <p:sldId id="261" r:id="rId8"/>
    <p:sldId id="262" r:id="rId9"/>
    <p:sldId id="266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3"/>
    <p:restoredTop sz="96327"/>
  </p:normalViewPr>
  <p:slideViewPr>
    <p:cSldViewPr snapToGrid="0">
      <p:cViewPr varScale="1">
        <p:scale>
          <a:sx n="128" d="100"/>
          <a:sy n="128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12/15/24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CE65-1E89-7DB5-08DF-819B7A98F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>
                <a:effectLst/>
                <a:latin typeface="GTICMC+"/>
              </a:rPr>
              <a:t>迈向未来</a:t>
            </a:r>
            <a:r>
              <a:rPr lang="en-US" altLang="zh-CN" sz="4400" dirty="0">
                <a:effectLst/>
                <a:latin typeface="GTICMC+"/>
              </a:rPr>
              <a:t>:</a:t>
            </a:r>
            <a:r>
              <a:rPr lang="zh-CN" altLang="en-US" sz="4400" dirty="0">
                <a:effectLst/>
                <a:latin typeface="GTICMC+"/>
              </a:rPr>
              <a:t>新型自适应双自由 度仿生踝关节 </a:t>
            </a:r>
            <a:br>
              <a:rPr lang="zh-CN" altLang="en-US" dirty="0"/>
            </a:b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79FFC-5FC1-9AF4-36B1-46D5F45C0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50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454F7-7DD8-8CBC-E237-C55F2063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一个双自由度自适应脚踝的困难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F3E29-63E0-6004-A7BB-B11E58E30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机械结构：双自由度需要两个电机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反应地面：自适应需要反应地面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联动调和：如何用地面的信息来驱动电机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7124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FAF5-9C7A-B5B5-D858-0586D9844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156" y="326017"/>
            <a:ext cx="4657687" cy="6210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C5B796-3E10-A99B-17D0-5ED91FA6E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746" y="326017"/>
            <a:ext cx="4657687" cy="62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4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3E52-2050-A7F2-8F93-D717F50C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创新点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35C7-72BD-FDD6-3F49-D579B664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3078" indent="-743078"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增加了内翻和外翻动作</a:t>
            </a:r>
          </a:p>
          <a:p>
            <a:pPr marL="743078" indent="-743078"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使用电机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绳子系统来使整个机械脚踝的结构更加合理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3078" indent="-743078"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创建了一个自适应程序，该程序结合使用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和激光距离传感器来帮助在不平坦的地面上行走。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2798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D6CE23-240D-415B-81B0-F15CE6076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E66A48-7796-4FE2-8042-B87F1E3A5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DED009-4FA7-4A3F-B64A-86EE7D5C4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FC58165-2D0C-46A8-9039-E47107B79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394C5-66AD-4654-96DD-5F7A5B282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006BD7-716F-4665-AEF3-99B318822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30E9A-BDF2-E0F4-D51E-0D7792EA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机械结构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1F3A-2F3E-0201-707D-3FB595D6F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317493" cy="3997828"/>
          </a:xfrm>
        </p:spPr>
        <p:txBody>
          <a:bodyPr>
            <a:normAutofit/>
          </a:bodyPr>
          <a:lstStyle/>
          <a:p>
            <a:r>
              <a:rPr lang="en-CN" sz="1800" dirty="0"/>
              <a:t>利用电机</a:t>
            </a:r>
            <a:r>
              <a:rPr lang="en-US" altLang="zh-CN" sz="1800" dirty="0"/>
              <a:t>-</a:t>
            </a:r>
            <a:r>
              <a:rPr lang="zh-CN" altLang="en-US" sz="1800" dirty="0"/>
              <a:t>绳子系统来将电机安放在一个更合适的位置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en-US" sz="1800" dirty="0" err="1"/>
              <a:t>一些其他考量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C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99EE4-61A9-2CA7-EBBF-EB4348D09E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70" r="4356" b="2"/>
          <a:stretch/>
        </p:blipFill>
        <p:spPr>
          <a:xfrm>
            <a:off x="6094766" y="647190"/>
            <a:ext cx="4651619" cy="5564283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7038EEB-6071-4BDA-AA8F-6D46EB56D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mechanical device&#10;&#10;Description automatically generated">
            <a:extLst>
              <a:ext uri="{FF2B5EF4-FFF2-40B4-BE49-F238E27FC236}">
                <a16:creationId xmlns:a16="http://schemas.microsoft.com/office/drawing/2014/main" id="{D0D70FB1-F04D-2E3D-E47A-8D5A69CFD6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273" r="23456" b="1999"/>
          <a:stretch/>
        </p:blipFill>
        <p:spPr>
          <a:xfrm rot="10800000" flipV="1">
            <a:off x="2947598" y="4665685"/>
            <a:ext cx="1298540" cy="166589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 descr="A close-up of a device&#10;&#10;Description automatically generated">
            <a:extLst>
              <a:ext uri="{FF2B5EF4-FFF2-40B4-BE49-F238E27FC236}">
                <a16:creationId xmlns:a16="http://schemas.microsoft.com/office/drawing/2014/main" id="{F44A3E86-2888-2D96-D890-FA314B569C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243" y="4660017"/>
            <a:ext cx="1254161" cy="167156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 descr="A close-up of a machine&#10;&#10;Description automatically generated">
            <a:extLst>
              <a:ext uri="{FF2B5EF4-FFF2-40B4-BE49-F238E27FC236}">
                <a16:creationId xmlns:a16="http://schemas.microsoft.com/office/drawing/2014/main" id="{45185ED1-3948-4E09-E8DD-4A899DA43F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438" y="4660017"/>
            <a:ext cx="1249908" cy="166589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1595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215C7-6180-5E68-051B-48018530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距离传感器的应用</a:t>
            </a:r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36E13-A0BB-0EDB-2E0C-B6E6CFCE5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69803" y="2052116"/>
                <a:ext cx="3317493" cy="39978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利用距离传感器，脚踝可以使用三角函数来找出使用方程之间的角度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den>
                        </m:f>
                      </m:e>
                    </m:func>
                  </m:oMath>
                </a14:m>
                <a:r>
                  <a:rPr lang="en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由于一个距离传感器无法完全代表地面，因此每端的距离是该端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个距离传感器的平均值，以代表整个平面。</a:t>
                </a:r>
                <a:endParaRPr lang="en-C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C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36E13-A0BB-0EDB-2E0C-B6E6CFCE5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9803" y="2052116"/>
                <a:ext cx="3317493" cy="3997828"/>
              </a:xfrm>
              <a:blipFill>
                <a:blip r:embed="rId5"/>
                <a:stretch>
                  <a:fillRect l="-1145" t="-28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1A08C54-8682-72F7-095F-36A38E292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933" y="1346670"/>
            <a:ext cx="4651619" cy="202345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ey object with wires&#10;&#10;Description automatically generated">
            <a:extLst>
              <a:ext uri="{FF2B5EF4-FFF2-40B4-BE49-F238E27FC236}">
                <a16:creationId xmlns:a16="http://schemas.microsoft.com/office/drawing/2014/main" id="{BADC0031-F932-9A30-D090-408F7067C6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753" y="3908570"/>
            <a:ext cx="2856285" cy="21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4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B61BA-780A-0CF2-4668-89C6E926C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利用PID控制器来实现跟随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B604A-A164-60BF-23E3-B484119A1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317493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仿生脚踝的编程依赖于 </a:t>
            </a:r>
            <a:r>
              <a:rPr lang="en-US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个变量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控制。四个距离传感器将计算脚相对于地面的倾斜度。然后，自适应程序将分别对两个元素应用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控制器。然后，将两个结果组合起来并将其发送到两个电机，让它们增加或减少角度。</a:t>
            </a:r>
            <a:endParaRPr lang="en-C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500"/>
              <a:t>两个电机的 </a:t>
            </a:r>
            <a:r>
              <a:rPr lang="en-US" sz="1500"/>
              <a:t>PID </a:t>
            </a:r>
            <a:r>
              <a:rPr lang="zh-CN" altLang="en-US" sz="1500"/>
              <a:t>控制器更复杂，因为有两个数据，俯仰和滚动，需要使用两个电机进行控制。我假设两个电机的增量无论方向如何都提供相同的拉力，所以我需要为俯仰和滚动做两个 </a:t>
            </a:r>
            <a:r>
              <a:rPr lang="en-US" sz="1500"/>
              <a:t>PID </a:t>
            </a:r>
            <a:r>
              <a:rPr lang="zh-CN" altLang="en-US" sz="1500"/>
              <a:t>控制器。</a:t>
            </a:r>
            <a:endParaRPr lang="en-CN" sz="1500"/>
          </a:p>
          <a:p>
            <a:pPr>
              <a:lnSpc>
                <a:spcPct val="110000"/>
              </a:lnSpc>
            </a:pPr>
            <a:endParaRPr lang="en-CN" sz="15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2B0A4-BD59-2F0A-C85F-231D5391CFA9}"/>
              </a:ext>
            </a:extLst>
          </p:cNvPr>
          <p:cNvGrpSpPr/>
          <p:nvPr/>
        </p:nvGrpSpPr>
        <p:grpSpPr>
          <a:xfrm>
            <a:off x="6094766" y="1523011"/>
            <a:ext cx="4651619" cy="3812641"/>
            <a:chOff x="22350540" y="12627545"/>
            <a:chExt cx="5137590" cy="4145238"/>
          </a:xfrm>
        </p:grpSpPr>
        <p:pic>
          <p:nvPicPr>
            <p:cNvPr id="6" name="Picture 5" descr="A computer screen shot of a program code&#10;&#10;Description automatically generated">
              <a:extLst>
                <a:ext uri="{FF2B5EF4-FFF2-40B4-BE49-F238E27FC236}">
                  <a16:creationId xmlns:a16="http://schemas.microsoft.com/office/drawing/2014/main" id="{0D168903-5EAD-FFB9-256B-12A1D17A6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50540" y="12627545"/>
              <a:ext cx="5137590" cy="374891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19090F-C798-F45A-D8DE-93E27E2A0B9D}"/>
                </a:ext>
              </a:extLst>
            </p:cNvPr>
            <p:cNvSpPr txBox="1"/>
            <p:nvPr/>
          </p:nvSpPr>
          <p:spPr>
            <a:xfrm>
              <a:off x="23473712" y="16403451"/>
              <a:ext cx="3266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4340">
                <a:spcAft>
                  <a:spcPts val="600"/>
                </a:spcAft>
              </a:pPr>
              <a:r>
                <a:rPr lang="zh-CN" alt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图 </a:t>
              </a:r>
              <a:r>
                <a:rPr lang="en-US" altLang="zh-CN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17</a:t>
              </a:r>
              <a:r>
                <a:rPr lang="zh-CN" alt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PID </a:t>
              </a:r>
              <a:r>
                <a:rPr lang="zh-CN" alt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控制器代码</a:t>
              </a:r>
              <a:endParaRPr lang="en-CN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363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7E54-B268-1D5A-B353-811883A2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算法流程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3A79F-44CF-2965-77AC-5C7ECF674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3C598-F7B1-63A3-E7C5-00EA4323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434" y="1824211"/>
            <a:ext cx="9413132" cy="480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1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B7EC-DB2E-A1BC-702F-ABF59F51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视频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4F3795-BA57-826E-0C03-B19CA0DDC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6305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9926-5EC5-EF1F-21EE-18DB4D85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N" dirty="0"/>
              <a:t>实验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25301A7-520B-63B9-AE92-8F67B4783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487" y="1395176"/>
            <a:ext cx="2678086" cy="5390803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CEC50B0-F870-F4F7-9338-A3E54F5DB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16" y="1443971"/>
            <a:ext cx="3432097" cy="534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6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68E9E-94E9-4BE3-B88C-C8A468117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07AC1-AA0D-4097-B03D-FD3C632AB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D231A-EC46-4736-B00F-76D307082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0C755B-4B19-1984-1459-DDA6C8AB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48" y="2568817"/>
            <a:ext cx="7155598" cy="3133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6600" dirty="0" err="1">
                <a:solidFill>
                  <a:srgbClr val="1F2D29"/>
                </a:solidFill>
              </a:rPr>
              <a:t>谢谢</a:t>
            </a:r>
            <a:endParaRPr lang="en-US" sz="6600" dirty="0">
              <a:solidFill>
                <a:srgbClr val="1F2D29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2663C086-1480-4E81-BD6F-3E43A4C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16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37</TotalTime>
  <Words>296</Words>
  <Application>Microsoft Macintosh PowerPoint</Application>
  <PresentationFormat>Widescreen</PresentationFormat>
  <Paragraphs>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GTICMC+</vt:lpstr>
      <vt:lpstr>MS Shell Dlg 2</vt:lpstr>
      <vt:lpstr>Arial</vt:lpstr>
      <vt:lpstr>Cambria Math</vt:lpstr>
      <vt:lpstr>Times New Roman</vt:lpstr>
      <vt:lpstr>Wingdings</vt:lpstr>
      <vt:lpstr>Wingdings 3</vt:lpstr>
      <vt:lpstr>Madison</vt:lpstr>
      <vt:lpstr>迈向未来:新型自适应双自由 度仿生踝关节  </vt:lpstr>
      <vt:lpstr>一个双自由度自适应脚踝的困难</vt:lpstr>
      <vt:lpstr>PowerPoint Presentation</vt:lpstr>
      <vt:lpstr>创新点</vt:lpstr>
      <vt:lpstr>机械结构</vt:lpstr>
      <vt:lpstr>距离传感器的应用</vt:lpstr>
      <vt:lpstr>利用PID控制器来实现跟随</vt:lpstr>
      <vt:lpstr>算法流程</vt:lpstr>
      <vt:lpstr>视频</vt:lpstr>
      <vt:lpstr>实验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迈向未来:新型自适应双自由 度仿生踝关节  </dc:title>
  <dc:creator>Zhaohua Guo</dc:creator>
  <cp:lastModifiedBy>Zhaohua Guo</cp:lastModifiedBy>
  <cp:revision>14</cp:revision>
  <dcterms:created xsi:type="dcterms:W3CDTF">2024-12-15T03:07:34Z</dcterms:created>
  <dcterms:modified xsi:type="dcterms:W3CDTF">2024-12-15T04:33:18Z</dcterms:modified>
</cp:coreProperties>
</file>