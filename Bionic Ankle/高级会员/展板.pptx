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272" r:id="rId1"/>
  </p:sldMasterIdLst>
  <p:notesMasterIdLst>
    <p:notesMasterId r:id="rId3"/>
  </p:notesMasterIdLst>
  <p:sldIdLst>
    <p:sldId id="257" r:id="rId2"/>
  </p:sldIdLst>
  <p:sldSz cx="43200638" cy="43200638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3F2"/>
    <a:srgbClr val="204A55"/>
    <a:srgbClr val="C00000"/>
    <a:srgbClr val="4FC150"/>
    <a:srgbClr val="0331A0"/>
    <a:srgbClr val="767171"/>
    <a:srgbClr val="92D1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14" autoAdjust="0"/>
    <p:restoredTop sz="94335" autoAdjust="0"/>
  </p:normalViewPr>
  <p:slideViewPr>
    <p:cSldViewPr snapToGrid="0" snapToObjects="1">
      <p:cViewPr>
        <p:scale>
          <a:sx n="21" d="100"/>
          <a:sy n="21" d="100"/>
        </p:scale>
        <p:origin x="1384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0BD29-0F8C-BF48-930F-83FD406E5901}" type="datetimeFigureOut">
              <a:rPr lang="en-US" smtClean="0"/>
              <a:t>12/2/24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8B485-B3CA-1E41-A4A0-4011553F47E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2592070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1pPr>
    <a:lvl2pPr marL="1296035" algn="l" defTabSz="2592070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2pPr>
    <a:lvl3pPr marL="2592070" algn="l" defTabSz="2592070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3pPr>
    <a:lvl4pPr marL="3888105" algn="l" defTabSz="2592070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4pPr>
    <a:lvl5pPr marL="5183505" algn="l" defTabSz="2592070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5pPr>
    <a:lvl6pPr marL="6479540" algn="l" defTabSz="2592070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6pPr>
    <a:lvl7pPr marL="7775575" algn="l" defTabSz="2592070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7pPr>
    <a:lvl8pPr marL="9071610" algn="l" defTabSz="2592070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8pPr>
    <a:lvl9pPr marL="10367645" algn="l" defTabSz="2592070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" y="-3"/>
            <a:ext cx="43200647" cy="4320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2" y="3"/>
            <a:ext cx="10890166" cy="43200644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77637" y="7070108"/>
            <a:ext cx="31151709" cy="15040222"/>
          </a:xfrm>
        </p:spPr>
        <p:txBody>
          <a:bodyPr anchor="b">
            <a:normAutofit/>
          </a:bodyPr>
          <a:lstStyle>
            <a:lvl1pPr algn="l">
              <a:defRPr sz="226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77637" y="22690338"/>
            <a:ext cx="31151709" cy="10430151"/>
          </a:xfrm>
        </p:spPr>
        <p:txBody>
          <a:bodyPr>
            <a:normAutofit/>
          </a:bodyPr>
          <a:lstStyle>
            <a:lvl1pPr marL="0" indent="0" algn="l">
              <a:buNone/>
              <a:defRPr sz="9449" cap="all" baseline="0">
                <a:solidFill>
                  <a:schemeClr val="tx2"/>
                </a:solidFill>
              </a:defRPr>
            </a:lvl1pPr>
            <a:lvl2pPr marL="2160041" indent="0" algn="ctr">
              <a:buNone/>
              <a:defRPr sz="9449"/>
            </a:lvl2pPr>
            <a:lvl3pPr marL="4320083" indent="0" algn="ctr">
              <a:buNone/>
              <a:defRPr sz="8504"/>
            </a:lvl3pPr>
            <a:lvl4pPr marL="6480124" indent="0" algn="ctr">
              <a:buNone/>
              <a:defRPr sz="7559"/>
            </a:lvl4pPr>
            <a:lvl5pPr marL="8640166" indent="0" algn="ctr">
              <a:buNone/>
              <a:defRPr sz="7559"/>
            </a:lvl5pPr>
            <a:lvl6pPr marL="10800207" indent="0" algn="ctr">
              <a:buNone/>
              <a:defRPr sz="7559"/>
            </a:lvl6pPr>
            <a:lvl7pPr marL="12960248" indent="0" algn="ctr">
              <a:buNone/>
              <a:defRPr sz="7559"/>
            </a:lvl7pPr>
            <a:lvl8pPr marL="15120290" indent="0" algn="ctr">
              <a:buNone/>
              <a:defRPr sz="7559"/>
            </a:lvl8pPr>
            <a:lvl9pPr marL="17280331" indent="0" algn="ctr">
              <a:buNone/>
              <a:defRPr sz="755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7406949" y="34080519"/>
            <a:ext cx="9720144" cy="2300034"/>
          </a:xfrm>
        </p:spPr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977633" y="34080519"/>
            <a:ext cx="18159315" cy="230003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7397104" y="34080506"/>
            <a:ext cx="2732247" cy="2300034"/>
          </a:xfrm>
        </p:spPr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110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4044440" y="3896234"/>
            <a:ext cx="35100514" cy="9313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4044440" y="14170206"/>
            <a:ext cx="35100514" cy="22310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26422552" y="37060563"/>
            <a:ext cx="9720144" cy="2300034"/>
          </a:xfrm>
        </p:spPr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4433" y="37060557"/>
            <a:ext cx="22108115" cy="2300034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412702" y="37060550"/>
            <a:ext cx="2732247" cy="2300034"/>
          </a:xfrm>
        </p:spPr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31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4428" y="8940148"/>
            <a:ext cx="35100518" cy="17970262"/>
          </a:xfrm>
        </p:spPr>
        <p:txBody>
          <a:bodyPr anchor="b">
            <a:normAutofit/>
          </a:bodyPr>
          <a:lstStyle>
            <a:lvl1pPr>
              <a:defRPr sz="17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428" y="27870409"/>
            <a:ext cx="35100518" cy="8660134"/>
          </a:xfrm>
        </p:spPr>
        <p:txBody>
          <a:bodyPr>
            <a:normAutofit/>
          </a:bodyPr>
          <a:lstStyle>
            <a:lvl1pPr marL="0" indent="0">
              <a:buNone/>
              <a:defRPr sz="8504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2160041" indent="0">
              <a:buNone/>
              <a:defRPr sz="8504">
                <a:solidFill>
                  <a:schemeClr val="tx1">
                    <a:tint val="75000"/>
                  </a:schemeClr>
                </a:solidFill>
              </a:defRPr>
            </a:lvl2pPr>
            <a:lvl3pPr marL="4320083" indent="0">
              <a:buNone/>
              <a:defRPr sz="8504">
                <a:solidFill>
                  <a:schemeClr val="tx1">
                    <a:tint val="75000"/>
                  </a:schemeClr>
                </a:solidFill>
              </a:defRPr>
            </a:lvl3pPr>
            <a:lvl4pPr marL="6480124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4pPr>
            <a:lvl5pPr marL="8640166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5pPr>
            <a:lvl6pPr marL="10800207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6pPr>
            <a:lvl7pPr marL="12960248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7pPr>
            <a:lvl8pPr marL="1512029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8pPr>
            <a:lvl9pPr marL="17280331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19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4428" y="14170200"/>
            <a:ext cx="17285887" cy="22310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70328" y="14170200"/>
            <a:ext cx="17274624" cy="22310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32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4428" y="3900073"/>
            <a:ext cx="35100518" cy="93101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97252" y="14170200"/>
            <a:ext cx="16233070" cy="5190073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339" b="0" cap="all" baseline="0">
                <a:solidFill>
                  <a:schemeClr val="tx1"/>
                </a:solidFill>
              </a:defRPr>
            </a:lvl1pPr>
            <a:lvl2pPr marL="2160041" indent="0">
              <a:buNone/>
              <a:defRPr sz="9449" b="1"/>
            </a:lvl2pPr>
            <a:lvl3pPr marL="4320083" indent="0">
              <a:buNone/>
              <a:defRPr sz="8504" b="1"/>
            </a:lvl3pPr>
            <a:lvl4pPr marL="6480124" indent="0">
              <a:buNone/>
              <a:defRPr sz="7559" b="1"/>
            </a:lvl4pPr>
            <a:lvl5pPr marL="8640166" indent="0">
              <a:buNone/>
              <a:defRPr sz="7559" b="1"/>
            </a:lvl5pPr>
            <a:lvl6pPr marL="10800207" indent="0">
              <a:buNone/>
              <a:defRPr sz="7559" b="1"/>
            </a:lvl6pPr>
            <a:lvl7pPr marL="12960248" indent="0">
              <a:buNone/>
              <a:defRPr sz="7559" b="1"/>
            </a:lvl7pPr>
            <a:lvl8pPr marL="15120290" indent="0">
              <a:buNone/>
              <a:defRPr sz="7559" b="1"/>
            </a:lvl8pPr>
            <a:lvl9pPr marL="17280331" indent="0">
              <a:buNone/>
              <a:defRPr sz="7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44430" y="19360277"/>
            <a:ext cx="17285892" cy="1712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923138" y="14170194"/>
            <a:ext cx="16221806" cy="5190073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339" b="0" cap="all" baseline="0">
                <a:solidFill>
                  <a:schemeClr val="tx1"/>
                </a:solidFill>
              </a:defRPr>
            </a:lvl1pPr>
            <a:lvl2pPr marL="2160041" indent="0">
              <a:buNone/>
              <a:defRPr sz="9449" b="1"/>
            </a:lvl2pPr>
            <a:lvl3pPr marL="4320083" indent="0">
              <a:buNone/>
              <a:defRPr sz="8504" b="1"/>
            </a:lvl3pPr>
            <a:lvl4pPr marL="6480124" indent="0">
              <a:buNone/>
              <a:defRPr sz="7559" b="1"/>
            </a:lvl4pPr>
            <a:lvl5pPr marL="8640166" indent="0">
              <a:buNone/>
              <a:defRPr sz="7559" b="1"/>
            </a:lvl5pPr>
            <a:lvl6pPr marL="10800207" indent="0">
              <a:buNone/>
              <a:defRPr sz="7559" b="1"/>
            </a:lvl6pPr>
            <a:lvl7pPr marL="12960248" indent="0">
              <a:buNone/>
              <a:defRPr sz="7559" b="1"/>
            </a:lvl7pPr>
            <a:lvl8pPr marL="15120290" indent="0">
              <a:buNone/>
              <a:defRPr sz="7559" b="1"/>
            </a:lvl8pPr>
            <a:lvl9pPr marL="17280331" indent="0">
              <a:buNone/>
              <a:defRPr sz="7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70323" y="19360277"/>
            <a:ext cx="17274624" cy="1712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03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43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04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3189" y="3840063"/>
            <a:ext cx="13663326" cy="10330131"/>
          </a:xfrm>
        </p:spPr>
        <p:txBody>
          <a:bodyPr anchor="b"/>
          <a:lstStyle>
            <a:lvl1pPr>
              <a:defRPr sz="15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70272" y="3733385"/>
            <a:ext cx="20874672" cy="3274715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3189" y="14170200"/>
            <a:ext cx="13663326" cy="22310339"/>
          </a:xfrm>
        </p:spPr>
        <p:txBody>
          <a:bodyPr/>
          <a:lstStyle>
            <a:lvl1pPr marL="0" indent="0">
              <a:buNone/>
              <a:defRPr sz="7559"/>
            </a:lvl1pPr>
            <a:lvl2pPr marL="2160041" indent="0">
              <a:buNone/>
              <a:defRPr sz="6614"/>
            </a:lvl2pPr>
            <a:lvl3pPr marL="4320083" indent="0">
              <a:buNone/>
              <a:defRPr sz="5669"/>
            </a:lvl3pPr>
            <a:lvl4pPr marL="6480124" indent="0">
              <a:buNone/>
              <a:defRPr sz="4725"/>
            </a:lvl4pPr>
            <a:lvl5pPr marL="8640166" indent="0">
              <a:buNone/>
              <a:defRPr sz="4725"/>
            </a:lvl5pPr>
            <a:lvl6pPr marL="10800207" indent="0">
              <a:buNone/>
              <a:defRPr sz="4725"/>
            </a:lvl6pPr>
            <a:lvl7pPr marL="12960248" indent="0">
              <a:buNone/>
              <a:defRPr sz="4725"/>
            </a:lvl7pPr>
            <a:lvl8pPr marL="15120290" indent="0">
              <a:buNone/>
              <a:defRPr sz="4725"/>
            </a:lvl8pPr>
            <a:lvl9pPr marL="17280331" indent="0">
              <a:buNone/>
              <a:defRPr sz="47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3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4443" y="3840057"/>
            <a:ext cx="17735515" cy="10330143"/>
          </a:xfrm>
        </p:spPr>
        <p:txBody>
          <a:bodyPr anchor="b"/>
          <a:lstStyle>
            <a:lvl1pPr>
              <a:defRPr sz="15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32778" y="3840057"/>
            <a:ext cx="16312176" cy="32640495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5118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4433" y="14170200"/>
            <a:ext cx="17735525" cy="22310339"/>
          </a:xfrm>
        </p:spPr>
        <p:txBody>
          <a:bodyPr/>
          <a:lstStyle>
            <a:lvl1pPr marL="0" indent="0">
              <a:buNone/>
              <a:defRPr sz="7559"/>
            </a:lvl1pPr>
            <a:lvl2pPr marL="2160041" indent="0">
              <a:buNone/>
              <a:defRPr sz="6614"/>
            </a:lvl2pPr>
            <a:lvl3pPr marL="4320083" indent="0">
              <a:buNone/>
              <a:defRPr sz="5669"/>
            </a:lvl3pPr>
            <a:lvl4pPr marL="6480124" indent="0">
              <a:buNone/>
              <a:defRPr sz="4725"/>
            </a:lvl4pPr>
            <a:lvl5pPr marL="8640166" indent="0">
              <a:buNone/>
              <a:defRPr sz="4725"/>
            </a:lvl5pPr>
            <a:lvl6pPr marL="10800207" indent="0">
              <a:buNone/>
              <a:defRPr sz="4725"/>
            </a:lvl6pPr>
            <a:lvl7pPr marL="12960248" indent="0">
              <a:buNone/>
              <a:defRPr sz="4725"/>
            </a:lvl7pPr>
            <a:lvl8pPr marL="15120290" indent="0">
              <a:buNone/>
              <a:defRPr sz="4725"/>
            </a:lvl8pPr>
            <a:lvl9pPr marL="17280331" indent="0">
              <a:buNone/>
              <a:defRPr sz="47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8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4428" y="27116403"/>
            <a:ext cx="35123035" cy="5161368"/>
          </a:xfrm>
        </p:spPr>
        <p:txBody>
          <a:bodyPr anchor="b">
            <a:normAutofit/>
          </a:bodyPr>
          <a:lstStyle>
            <a:lvl1pPr>
              <a:defRPr sz="15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44428" y="3820063"/>
            <a:ext cx="35123035" cy="20786310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118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4268" y="32277768"/>
            <a:ext cx="35117734" cy="4299100"/>
          </a:xfrm>
        </p:spPr>
        <p:txBody>
          <a:bodyPr>
            <a:normAutofit/>
          </a:bodyPr>
          <a:lstStyle>
            <a:lvl1pPr marL="0" indent="0">
              <a:buNone/>
              <a:defRPr sz="7559"/>
            </a:lvl1pPr>
            <a:lvl2pPr marL="2160041" indent="0">
              <a:buNone/>
              <a:defRPr sz="6614"/>
            </a:lvl2pPr>
            <a:lvl3pPr marL="4320083" indent="0">
              <a:buNone/>
              <a:defRPr sz="5669"/>
            </a:lvl3pPr>
            <a:lvl4pPr marL="6480124" indent="0">
              <a:buNone/>
              <a:defRPr sz="4725"/>
            </a:lvl4pPr>
            <a:lvl5pPr marL="8640166" indent="0">
              <a:buNone/>
              <a:defRPr sz="4725"/>
            </a:lvl5pPr>
            <a:lvl6pPr marL="10800207" indent="0">
              <a:buNone/>
              <a:defRPr sz="4725"/>
            </a:lvl6pPr>
            <a:lvl7pPr marL="12960248" indent="0">
              <a:buNone/>
              <a:defRPr sz="4725"/>
            </a:lvl7pPr>
            <a:lvl8pPr marL="15120290" indent="0">
              <a:buNone/>
              <a:defRPr sz="4725"/>
            </a:lvl8pPr>
            <a:lvl9pPr marL="17280331" indent="0">
              <a:buNone/>
              <a:defRPr sz="47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2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4593" y="3840057"/>
            <a:ext cx="35100358" cy="21600319"/>
          </a:xfrm>
        </p:spPr>
        <p:txBody>
          <a:bodyPr anchor="ctr">
            <a:normAutofit/>
          </a:bodyPr>
          <a:lstStyle>
            <a:lvl1pPr>
              <a:defRPr sz="17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4428" y="27840414"/>
            <a:ext cx="35095057" cy="8640121"/>
          </a:xfrm>
        </p:spPr>
        <p:txBody>
          <a:bodyPr anchor="ctr">
            <a:normAutofit/>
          </a:bodyPr>
          <a:lstStyle>
            <a:lvl1pPr marL="0" indent="0">
              <a:buNone/>
              <a:defRPr sz="8504"/>
            </a:lvl1pPr>
            <a:lvl2pPr marL="2160041" indent="0">
              <a:buNone/>
              <a:defRPr sz="6614"/>
            </a:lvl2pPr>
            <a:lvl3pPr marL="4320083" indent="0">
              <a:buNone/>
              <a:defRPr sz="5669"/>
            </a:lvl3pPr>
            <a:lvl4pPr marL="6480124" indent="0">
              <a:buNone/>
              <a:defRPr sz="4725"/>
            </a:lvl4pPr>
            <a:lvl5pPr marL="8640166" indent="0">
              <a:buNone/>
              <a:defRPr sz="4725"/>
            </a:lvl5pPr>
            <a:lvl6pPr marL="10800207" indent="0">
              <a:buNone/>
              <a:defRPr sz="4725"/>
            </a:lvl6pPr>
            <a:lvl7pPr marL="12960248" indent="0">
              <a:buNone/>
              <a:defRPr sz="4725"/>
            </a:lvl7pPr>
            <a:lvl8pPr marL="15120290" indent="0">
              <a:buNone/>
              <a:defRPr sz="4725"/>
            </a:lvl8pPr>
            <a:lvl9pPr marL="17280331" indent="0">
              <a:buNone/>
              <a:defRPr sz="47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53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4449" y="3840060"/>
            <a:ext cx="32962994" cy="17313194"/>
          </a:xfrm>
        </p:spPr>
        <p:txBody>
          <a:bodyPr anchor="ctr">
            <a:normAutofit/>
          </a:bodyPr>
          <a:lstStyle>
            <a:lvl1pPr>
              <a:defRPr sz="17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6096865" y="21200672"/>
            <a:ext cx="31012540" cy="3458117"/>
          </a:xfrm>
        </p:spPr>
        <p:txBody>
          <a:bodyPr anchor="t">
            <a:normAutofit/>
          </a:bodyPr>
          <a:lstStyle>
            <a:lvl1pPr marL="0" indent="0">
              <a:buNone/>
              <a:defRPr sz="6614"/>
            </a:lvl1pPr>
            <a:lvl2pPr marL="2160041" indent="0">
              <a:buNone/>
              <a:defRPr sz="6614"/>
            </a:lvl2pPr>
            <a:lvl3pPr marL="4320083" indent="0">
              <a:buNone/>
              <a:defRPr sz="5669"/>
            </a:lvl3pPr>
            <a:lvl4pPr marL="6480124" indent="0">
              <a:buNone/>
              <a:defRPr sz="4725"/>
            </a:lvl4pPr>
            <a:lvl5pPr marL="8640166" indent="0">
              <a:buNone/>
              <a:defRPr sz="4725"/>
            </a:lvl5pPr>
            <a:lvl6pPr marL="10800207" indent="0">
              <a:buNone/>
              <a:defRPr sz="4725"/>
            </a:lvl6pPr>
            <a:lvl7pPr marL="12960248" indent="0">
              <a:buNone/>
              <a:defRPr sz="4725"/>
            </a:lvl7pPr>
            <a:lvl8pPr marL="15120290" indent="0">
              <a:buNone/>
              <a:defRPr sz="4725"/>
            </a:lvl8pPr>
            <a:lvl9pPr marL="17280331" indent="0">
              <a:buNone/>
              <a:defRPr sz="47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4428" y="27149497"/>
            <a:ext cx="35100528" cy="9382791"/>
          </a:xfrm>
        </p:spPr>
        <p:txBody>
          <a:bodyPr anchor="ctr">
            <a:normAutofit/>
          </a:bodyPr>
          <a:lstStyle>
            <a:lvl1pPr marL="0" indent="0">
              <a:buNone/>
              <a:defRPr sz="8504"/>
            </a:lvl1pPr>
            <a:lvl2pPr marL="2160041" indent="0">
              <a:buNone/>
              <a:defRPr sz="6614"/>
            </a:lvl2pPr>
            <a:lvl3pPr marL="4320083" indent="0">
              <a:buNone/>
              <a:defRPr sz="5669"/>
            </a:lvl3pPr>
            <a:lvl4pPr marL="6480124" indent="0">
              <a:buNone/>
              <a:defRPr sz="4725"/>
            </a:lvl4pPr>
            <a:lvl5pPr marL="8640166" indent="0">
              <a:buNone/>
              <a:defRPr sz="4725"/>
            </a:lvl5pPr>
            <a:lvl6pPr marL="10800207" indent="0">
              <a:buNone/>
              <a:defRPr sz="4725"/>
            </a:lvl6pPr>
            <a:lvl7pPr marL="12960248" indent="0">
              <a:buNone/>
              <a:defRPr sz="4725"/>
            </a:lvl7pPr>
            <a:lvl8pPr marL="15120290" indent="0">
              <a:buNone/>
              <a:defRPr sz="4725"/>
            </a:lvl8pPr>
            <a:lvl9pPr marL="17280331" indent="0">
              <a:buNone/>
              <a:defRPr sz="47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290973" y="4525786"/>
            <a:ext cx="2160032" cy="3683683"/>
          </a:xfrm>
          <a:prstGeom prst="rect">
            <a:avLst/>
          </a:prstGeom>
        </p:spPr>
        <p:txBody>
          <a:bodyPr vert="horz" lIns="432006" tIns="216003" rIns="432006" bIns="216003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37796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933489" y="17417404"/>
            <a:ext cx="2160032" cy="3683683"/>
          </a:xfrm>
          <a:prstGeom prst="rect">
            <a:avLst/>
          </a:prstGeom>
        </p:spPr>
        <p:txBody>
          <a:bodyPr vert="horz" lIns="432006" tIns="216003" rIns="432006" bIns="216003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37796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3297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4431" y="13442986"/>
            <a:ext cx="35100523" cy="15822816"/>
          </a:xfrm>
        </p:spPr>
        <p:txBody>
          <a:bodyPr anchor="b">
            <a:normAutofit/>
          </a:bodyPr>
          <a:lstStyle>
            <a:lvl1pPr>
              <a:defRPr sz="17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4265" y="29339992"/>
            <a:ext cx="35095222" cy="7185265"/>
          </a:xfrm>
        </p:spPr>
        <p:txBody>
          <a:bodyPr anchor="t">
            <a:normAutofit/>
          </a:bodyPr>
          <a:lstStyle>
            <a:lvl1pPr marL="0" indent="0">
              <a:buNone/>
              <a:defRPr sz="8504"/>
            </a:lvl1pPr>
            <a:lvl2pPr marL="2160041" indent="0">
              <a:buNone/>
              <a:defRPr sz="6614"/>
            </a:lvl2pPr>
            <a:lvl3pPr marL="4320083" indent="0">
              <a:buNone/>
              <a:defRPr sz="5669"/>
            </a:lvl3pPr>
            <a:lvl4pPr marL="6480124" indent="0">
              <a:buNone/>
              <a:defRPr sz="4725"/>
            </a:lvl4pPr>
            <a:lvl5pPr marL="8640166" indent="0">
              <a:buNone/>
              <a:defRPr sz="4725"/>
            </a:lvl5pPr>
            <a:lvl6pPr marL="10800207" indent="0">
              <a:buNone/>
              <a:defRPr sz="4725"/>
            </a:lvl6pPr>
            <a:lvl7pPr marL="12960248" indent="0">
              <a:buNone/>
              <a:defRPr sz="4725"/>
            </a:lvl7pPr>
            <a:lvl8pPr marL="15120290" indent="0">
              <a:buNone/>
              <a:defRPr sz="4725"/>
            </a:lvl8pPr>
            <a:lvl9pPr marL="17280331" indent="0">
              <a:buNone/>
              <a:defRPr sz="47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39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44440" y="3840057"/>
            <a:ext cx="35100514" cy="12000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044428" y="16847260"/>
            <a:ext cx="11327761" cy="432006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9449" b="0" cap="all" baseline="0">
                <a:solidFill>
                  <a:schemeClr val="tx1"/>
                </a:solidFill>
              </a:defRPr>
            </a:lvl1pPr>
            <a:lvl2pPr marL="2160041" indent="0">
              <a:buNone/>
              <a:defRPr sz="9449" b="1"/>
            </a:lvl2pPr>
            <a:lvl3pPr marL="4320083" indent="0">
              <a:buNone/>
              <a:defRPr sz="8504" b="1"/>
            </a:lvl3pPr>
            <a:lvl4pPr marL="6480124" indent="0">
              <a:buNone/>
              <a:defRPr sz="7559" b="1"/>
            </a:lvl4pPr>
            <a:lvl5pPr marL="8640166" indent="0">
              <a:buNone/>
              <a:defRPr sz="7559" b="1"/>
            </a:lvl5pPr>
            <a:lvl6pPr marL="10800207" indent="0">
              <a:buNone/>
              <a:defRPr sz="7559" b="1"/>
            </a:lvl6pPr>
            <a:lvl7pPr marL="12960248" indent="0">
              <a:buNone/>
              <a:defRPr sz="7559" b="1"/>
            </a:lvl7pPr>
            <a:lvl8pPr marL="15120290" indent="0">
              <a:buNone/>
              <a:defRPr sz="7559" b="1"/>
            </a:lvl8pPr>
            <a:lvl9pPr marL="17280331" indent="0">
              <a:buNone/>
              <a:defRPr sz="7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4044433" y="21167324"/>
            <a:ext cx="11321893" cy="15313209"/>
          </a:xfrm>
        </p:spPr>
        <p:txBody>
          <a:bodyPr anchor="t">
            <a:normAutofit/>
          </a:bodyPr>
          <a:lstStyle>
            <a:lvl1pPr marL="0" indent="0">
              <a:buNone/>
              <a:defRPr sz="6614"/>
            </a:lvl1pPr>
            <a:lvl2pPr marL="2160041" indent="0">
              <a:buNone/>
              <a:defRPr sz="5669"/>
            </a:lvl2pPr>
            <a:lvl3pPr marL="4320083" indent="0">
              <a:buNone/>
              <a:defRPr sz="4725"/>
            </a:lvl3pPr>
            <a:lvl4pPr marL="6480124" indent="0">
              <a:buNone/>
              <a:defRPr sz="4252"/>
            </a:lvl4pPr>
            <a:lvl5pPr marL="8640166" indent="0">
              <a:buNone/>
              <a:defRPr sz="4252"/>
            </a:lvl5pPr>
            <a:lvl6pPr marL="10800207" indent="0">
              <a:buNone/>
              <a:defRPr sz="4252"/>
            </a:lvl6pPr>
            <a:lvl7pPr marL="12960248" indent="0">
              <a:buNone/>
              <a:defRPr sz="4252"/>
            </a:lvl7pPr>
            <a:lvl8pPr marL="15120290" indent="0">
              <a:buNone/>
              <a:defRPr sz="4252"/>
            </a:lvl8pPr>
            <a:lvl9pPr marL="17280331" indent="0">
              <a:buNone/>
              <a:defRPr sz="42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997443" y="16867241"/>
            <a:ext cx="11283422" cy="432006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9449" b="0" cap="all" baseline="0">
                <a:solidFill>
                  <a:schemeClr val="tx1"/>
                </a:solidFill>
              </a:defRPr>
            </a:lvl1pPr>
            <a:lvl2pPr marL="2160041" indent="0">
              <a:buNone/>
              <a:defRPr sz="9449" b="1"/>
            </a:lvl2pPr>
            <a:lvl3pPr marL="4320083" indent="0">
              <a:buNone/>
              <a:defRPr sz="8504" b="1"/>
            </a:lvl3pPr>
            <a:lvl4pPr marL="6480124" indent="0">
              <a:buNone/>
              <a:defRPr sz="7559" b="1"/>
            </a:lvl4pPr>
            <a:lvl5pPr marL="8640166" indent="0">
              <a:buNone/>
              <a:defRPr sz="7559" b="1"/>
            </a:lvl5pPr>
            <a:lvl6pPr marL="10800207" indent="0">
              <a:buNone/>
              <a:defRPr sz="7559" b="1"/>
            </a:lvl6pPr>
            <a:lvl7pPr marL="12960248" indent="0">
              <a:buNone/>
              <a:defRPr sz="7559" b="1"/>
            </a:lvl7pPr>
            <a:lvl8pPr marL="15120290" indent="0">
              <a:buNone/>
              <a:defRPr sz="7559" b="1"/>
            </a:lvl8pPr>
            <a:lvl9pPr marL="17280331" indent="0">
              <a:buNone/>
              <a:defRPr sz="7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15997441" y="21187305"/>
            <a:ext cx="11286582" cy="15313209"/>
          </a:xfrm>
        </p:spPr>
        <p:txBody>
          <a:bodyPr anchor="t">
            <a:normAutofit/>
          </a:bodyPr>
          <a:lstStyle>
            <a:lvl1pPr marL="0" indent="0">
              <a:buNone/>
              <a:defRPr sz="6614"/>
            </a:lvl1pPr>
            <a:lvl2pPr marL="2160041" indent="0">
              <a:buNone/>
              <a:defRPr sz="5669"/>
            </a:lvl2pPr>
            <a:lvl3pPr marL="4320083" indent="0">
              <a:buNone/>
              <a:defRPr sz="4725"/>
            </a:lvl3pPr>
            <a:lvl4pPr marL="6480124" indent="0">
              <a:buNone/>
              <a:defRPr sz="4252"/>
            </a:lvl4pPr>
            <a:lvl5pPr marL="8640166" indent="0">
              <a:buNone/>
              <a:defRPr sz="4252"/>
            </a:lvl5pPr>
            <a:lvl6pPr marL="10800207" indent="0">
              <a:buNone/>
              <a:defRPr sz="4252"/>
            </a:lvl6pPr>
            <a:lvl7pPr marL="12960248" indent="0">
              <a:buNone/>
              <a:defRPr sz="4252"/>
            </a:lvl7pPr>
            <a:lvl8pPr marL="15120290" indent="0">
              <a:buNone/>
              <a:defRPr sz="4252"/>
            </a:lvl8pPr>
            <a:lvl9pPr marL="17280331" indent="0">
              <a:buNone/>
              <a:defRPr sz="42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7824027" y="16847260"/>
            <a:ext cx="11320920" cy="432006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9449" b="0" cap="all" baseline="0">
                <a:solidFill>
                  <a:schemeClr val="tx1"/>
                </a:solidFill>
              </a:defRPr>
            </a:lvl1pPr>
            <a:lvl2pPr marL="2160041" indent="0">
              <a:buNone/>
              <a:defRPr sz="9449" b="1"/>
            </a:lvl2pPr>
            <a:lvl3pPr marL="4320083" indent="0">
              <a:buNone/>
              <a:defRPr sz="8504" b="1"/>
            </a:lvl3pPr>
            <a:lvl4pPr marL="6480124" indent="0">
              <a:buNone/>
              <a:defRPr sz="7559" b="1"/>
            </a:lvl4pPr>
            <a:lvl5pPr marL="8640166" indent="0">
              <a:buNone/>
              <a:defRPr sz="7559" b="1"/>
            </a:lvl5pPr>
            <a:lvl6pPr marL="10800207" indent="0">
              <a:buNone/>
              <a:defRPr sz="7559" b="1"/>
            </a:lvl6pPr>
            <a:lvl7pPr marL="12960248" indent="0">
              <a:buNone/>
              <a:defRPr sz="7559" b="1"/>
            </a:lvl7pPr>
            <a:lvl8pPr marL="15120290" indent="0">
              <a:buNone/>
              <a:defRPr sz="7559" b="1"/>
            </a:lvl8pPr>
            <a:lvl9pPr marL="17280331" indent="0">
              <a:buNone/>
              <a:defRPr sz="7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27824027" y="21167324"/>
            <a:ext cx="11320920" cy="15313209"/>
          </a:xfrm>
        </p:spPr>
        <p:txBody>
          <a:bodyPr anchor="t">
            <a:normAutofit/>
          </a:bodyPr>
          <a:lstStyle>
            <a:lvl1pPr marL="0" indent="0">
              <a:buNone/>
              <a:defRPr sz="6614"/>
            </a:lvl1pPr>
            <a:lvl2pPr marL="2160041" indent="0">
              <a:buNone/>
              <a:defRPr sz="5669"/>
            </a:lvl2pPr>
            <a:lvl3pPr marL="4320083" indent="0">
              <a:buNone/>
              <a:defRPr sz="4725"/>
            </a:lvl3pPr>
            <a:lvl4pPr marL="6480124" indent="0">
              <a:buNone/>
              <a:defRPr sz="4252"/>
            </a:lvl4pPr>
            <a:lvl5pPr marL="8640166" indent="0">
              <a:buNone/>
              <a:defRPr sz="4252"/>
            </a:lvl5pPr>
            <a:lvl6pPr marL="10800207" indent="0">
              <a:buNone/>
              <a:defRPr sz="4252"/>
            </a:lvl6pPr>
            <a:lvl7pPr marL="12960248" indent="0">
              <a:buNone/>
              <a:defRPr sz="4252"/>
            </a:lvl7pPr>
            <a:lvl8pPr marL="15120290" indent="0">
              <a:buNone/>
              <a:defRPr sz="4252"/>
            </a:lvl8pPr>
            <a:lvl9pPr marL="17280331" indent="0">
              <a:buNone/>
              <a:defRPr sz="42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2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4044435" y="3840057"/>
            <a:ext cx="35100514" cy="12000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4044438" y="27745897"/>
            <a:ext cx="11321884" cy="36300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9449" b="0" cap="all" baseline="0">
                <a:solidFill>
                  <a:schemeClr val="tx1"/>
                </a:solidFill>
              </a:defRPr>
            </a:lvl1pPr>
            <a:lvl2pPr marL="2160041" indent="0">
              <a:buNone/>
              <a:defRPr sz="9449" b="1"/>
            </a:lvl2pPr>
            <a:lvl3pPr marL="4320083" indent="0">
              <a:buNone/>
              <a:defRPr sz="8504" b="1"/>
            </a:lvl3pPr>
            <a:lvl4pPr marL="6480124" indent="0">
              <a:buNone/>
              <a:defRPr sz="7559" b="1"/>
            </a:lvl4pPr>
            <a:lvl5pPr marL="8640166" indent="0">
              <a:buNone/>
              <a:defRPr sz="7559" b="1"/>
            </a:lvl5pPr>
            <a:lvl6pPr marL="10800207" indent="0">
              <a:buNone/>
              <a:defRPr sz="7559" b="1"/>
            </a:lvl6pPr>
            <a:lvl7pPr marL="12960248" indent="0">
              <a:buNone/>
              <a:defRPr sz="7559" b="1"/>
            </a:lvl7pPr>
            <a:lvl8pPr marL="15120290" indent="0">
              <a:buNone/>
              <a:defRPr sz="7559" b="1"/>
            </a:lvl8pPr>
            <a:lvl9pPr marL="17280331" indent="0">
              <a:buNone/>
              <a:defRPr sz="7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044438" y="16800235"/>
            <a:ext cx="11321884" cy="9600142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8504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4438" y="31375956"/>
            <a:ext cx="11321884" cy="5151843"/>
          </a:xfrm>
        </p:spPr>
        <p:txBody>
          <a:bodyPr anchor="t">
            <a:normAutofit/>
          </a:bodyPr>
          <a:lstStyle>
            <a:lvl1pPr marL="0" indent="0">
              <a:buNone/>
              <a:defRPr sz="6614"/>
            </a:lvl1pPr>
            <a:lvl2pPr marL="2160041" indent="0">
              <a:buNone/>
              <a:defRPr sz="5669"/>
            </a:lvl2pPr>
            <a:lvl3pPr marL="4320083" indent="0">
              <a:buNone/>
              <a:defRPr sz="4725"/>
            </a:lvl3pPr>
            <a:lvl4pPr marL="6480124" indent="0">
              <a:buNone/>
              <a:defRPr sz="4252"/>
            </a:lvl4pPr>
            <a:lvl5pPr marL="8640166" indent="0">
              <a:buNone/>
              <a:defRPr sz="4252"/>
            </a:lvl5pPr>
            <a:lvl6pPr marL="10800207" indent="0">
              <a:buNone/>
              <a:defRPr sz="4252"/>
            </a:lvl6pPr>
            <a:lvl7pPr marL="12960248" indent="0">
              <a:buNone/>
              <a:defRPr sz="4252"/>
            </a:lvl7pPr>
            <a:lvl8pPr marL="15120290" indent="0">
              <a:buNone/>
              <a:defRPr sz="4252"/>
            </a:lvl8pPr>
            <a:lvl9pPr marL="17280331" indent="0">
              <a:buNone/>
              <a:defRPr sz="42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906330" y="27745897"/>
            <a:ext cx="11340167" cy="36300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9449" b="0" cap="all" baseline="0">
                <a:solidFill>
                  <a:schemeClr val="tx1"/>
                </a:solidFill>
              </a:defRPr>
            </a:lvl1pPr>
            <a:lvl2pPr marL="2160041" indent="0">
              <a:buNone/>
              <a:defRPr sz="9449" b="1"/>
            </a:lvl2pPr>
            <a:lvl3pPr marL="4320083" indent="0">
              <a:buNone/>
              <a:defRPr sz="8504" b="1"/>
            </a:lvl3pPr>
            <a:lvl4pPr marL="6480124" indent="0">
              <a:buNone/>
              <a:defRPr sz="7559" b="1"/>
            </a:lvl4pPr>
            <a:lvl5pPr marL="8640166" indent="0">
              <a:buNone/>
              <a:defRPr sz="7559" b="1"/>
            </a:lvl5pPr>
            <a:lvl6pPr marL="10800207" indent="0">
              <a:buNone/>
              <a:defRPr sz="7559" b="1"/>
            </a:lvl6pPr>
            <a:lvl7pPr marL="12960248" indent="0">
              <a:buNone/>
              <a:defRPr sz="7559" b="1"/>
            </a:lvl7pPr>
            <a:lvl8pPr marL="15120290" indent="0">
              <a:buNone/>
              <a:defRPr sz="7559" b="1"/>
            </a:lvl8pPr>
            <a:lvl9pPr marL="17280331" indent="0">
              <a:buNone/>
              <a:defRPr sz="7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15906332" y="16800235"/>
            <a:ext cx="11334994" cy="9600142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8504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15901156" y="31375940"/>
            <a:ext cx="11340167" cy="5104592"/>
          </a:xfrm>
        </p:spPr>
        <p:txBody>
          <a:bodyPr anchor="t">
            <a:normAutofit/>
          </a:bodyPr>
          <a:lstStyle>
            <a:lvl1pPr marL="0" indent="0">
              <a:buNone/>
              <a:defRPr sz="6614"/>
            </a:lvl1pPr>
            <a:lvl2pPr marL="2160041" indent="0">
              <a:buNone/>
              <a:defRPr sz="5669"/>
            </a:lvl2pPr>
            <a:lvl3pPr marL="4320083" indent="0">
              <a:buNone/>
              <a:defRPr sz="4725"/>
            </a:lvl3pPr>
            <a:lvl4pPr marL="6480124" indent="0">
              <a:buNone/>
              <a:defRPr sz="4252"/>
            </a:lvl4pPr>
            <a:lvl5pPr marL="8640166" indent="0">
              <a:buNone/>
              <a:defRPr sz="4252"/>
            </a:lvl5pPr>
            <a:lvl6pPr marL="10800207" indent="0">
              <a:buNone/>
              <a:defRPr sz="4252"/>
            </a:lvl6pPr>
            <a:lvl7pPr marL="12960248" indent="0">
              <a:buNone/>
              <a:defRPr sz="4252"/>
            </a:lvl7pPr>
            <a:lvl8pPr marL="15120290" indent="0">
              <a:buNone/>
              <a:defRPr sz="4252"/>
            </a:lvl8pPr>
            <a:lvl9pPr marL="17280331" indent="0">
              <a:buNone/>
              <a:defRPr sz="42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7824471" y="27745890"/>
            <a:ext cx="11305943" cy="36300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9449" b="0" cap="all" baseline="0">
                <a:solidFill>
                  <a:schemeClr val="tx1"/>
                </a:solidFill>
              </a:defRPr>
            </a:lvl1pPr>
            <a:lvl2pPr marL="2160041" indent="0">
              <a:buNone/>
              <a:defRPr sz="9449" b="1"/>
            </a:lvl2pPr>
            <a:lvl3pPr marL="4320083" indent="0">
              <a:buNone/>
              <a:defRPr sz="8504" b="1"/>
            </a:lvl3pPr>
            <a:lvl4pPr marL="6480124" indent="0">
              <a:buNone/>
              <a:defRPr sz="7559" b="1"/>
            </a:lvl4pPr>
            <a:lvl5pPr marL="8640166" indent="0">
              <a:buNone/>
              <a:defRPr sz="7559" b="1"/>
            </a:lvl5pPr>
            <a:lvl6pPr marL="10800207" indent="0">
              <a:buNone/>
              <a:defRPr sz="7559" b="1"/>
            </a:lvl6pPr>
            <a:lvl7pPr marL="12960248" indent="0">
              <a:buNone/>
              <a:defRPr sz="7559" b="1"/>
            </a:lvl7pPr>
            <a:lvl8pPr marL="15120290" indent="0">
              <a:buNone/>
              <a:defRPr sz="7559" b="1"/>
            </a:lvl8pPr>
            <a:lvl9pPr marL="17280331" indent="0">
              <a:buNone/>
              <a:defRPr sz="7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7824029" y="16800235"/>
            <a:ext cx="11320925" cy="9600142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8504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27824027" y="31375931"/>
            <a:ext cx="11320920" cy="5104611"/>
          </a:xfrm>
        </p:spPr>
        <p:txBody>
          <a:bodyPr anchor="t">
            <a:normAutofit/>
          </a:bodyPr>
          <a:lstStyle>
            <a:lvl1pPr marL="0" indent="0">
              <a:buNone/>
              <a:defRPr sz="6614"/>
            </a:lvl1pPr>
            <a:lvl2pPr marL="2160041" indent="0">
              <a:buNone/>
              <a:defRPr sz="5669"/>
            </a:lvl2pPr>
            <a:lvl3pPr marL="4320083" indent="0">
              <a:buNone/>
              <a:defRPr sz="4725"/>
            </a:lvl3pPr>
            <a:lvl4pPr marL="6480124" indent="0">
              <a:buNone/>
              <a:defRPr sz="4252"/>
            </a:lvl4pPr>
            <a:lvl5pPr marL="8640166" indent="0">
              <a:buNone/>
              <a:defRPr sz="4252"/>
            </a:lvl5pPr>
            <a:lvl6pPr marL="10800207" indent="0">
              <a:buNone/>
              <a:defRPr sz="4252"/>
            </a:lvl6pPr>
            <a:lvl7pPr marL="12960248" indent="0">
              <a:buNone/>
              <a:defRPr sz="4252"/>
            </a:lvl7pPr>
            <a:lvl8pPr marL="15120290" indent="0">
              <a:buNone/>
              <a:defRPr sz="4252"/>
            </a:lvl8pPr>
            <a:lvl9pPr marL="17280331" indent="0">
              <a:buNone/>
              <a:defRPr sz="42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87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025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040478" y="3840060"/>
            <a:ext cx="7104473" cy="326404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4426" y="3840060"/>
            <a:ext cx="27456042" cy="326404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8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" y="-3"/>
            <a:ext cx="43200647" cy="4320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67503" y="3"/>
            <a:ext cx="42717673" cy="43200644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44440" y="3896234"/>
            <a:ext cx="35100514" cy="9313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440" y="14170206"/>
            <a:ext cx="35100514" cy="2231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422552" y="37060563"/>
            <a:ext cx="9720144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E4978-8222-5040-9981-142C2E5A5AAC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44433" y="37060557"/>
            <a:ext cx="22108115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412702" y="37060550"/>
            <a:ext cx="2732247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1B74E-E9F3-6D41-AB16-5D2F5574B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038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  <p:sldLayoutId id="2147484276" r:id="rId4"/>
    <p:sldLayoutId id="2147484277" r:id="rId5"/>
    <p:sldLayoutId id="2147484278" r:id="rId6"/>
    <p:sldLayoutId id="2147484279" r:id="rId7"/>
    <p:sldLayoutId id="2147484280" r:id="rId8"/>
    <p:sldLayoutId id="2147484281" r:id="rId9"/>
    <p:sldLayoutId id="2147484282" r:id="rId10"/>
    <p:sldLayoutId id="2147484283" r:id="rId11"/>
    <p:sldLayoutId id="2147484284" r:id="rId12"/>
    <p:sldLayoutId id="2147484285" r:id="rId13"/>
    <p:sldLayoutId id="2147484286" r:id="rId14"/>
    <p:sldLayoutId id="2147484287" r:id="rId15"/>
    <p:sldLayoutId id="2147484288" r:id="rId16"/>
    <p:sldLayoutId id="2147484289" r:id="rId17"/>
  </p:sldLayoutIdLst>
  <p:txStyles>
    <p:titleStyle>
      <a:lvl1pPr algn="l" defTabSz="4320083" rtl="0" eaLnBrk="1" latinLnBrk="0" hangingPunct="1">
        <a:lnSpc>
          <a:spcPct val="90000"/>
        </a:lnSpc>
        <a:spcBef>
          <a:spcPct val="0"/>
        </a:spcBef>
        <a:buNone/>
        <a:defRPr sz="17008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021" indent="-1080021" algn="l" defTabSz="4320083" rtl="0" eaLnBrk="1" latinLnBrk="0" hangingPunct="1">
        <a:lnSpc>
          <a:spcPct val="120000"/>
        </a:lnSpc>
        <a:spcBef>
          <a:spcPts val="4725"/>
        </a:spcBef>
        <a:buSzPct val="125000"/>
        <a:buFont typeface="Arial" panose="020B0604020202020204" pitchFamily="34" charset="0"/>
        <a:buChar char="•"/>
        <a:defRPr sz="11339" kern="1200">
          <a:solidFill>
            <a:schemeClr val="tx1"/>
          </a:solidFill>
          <a:latin typeface="+mn-lt"/>
          <a:ea typeface="+mn-ea"/>
          <a:cs typeface="+mn-cs"/>
        </a:defRPr>
      </a:lvl1pPr>
      <a:lvl2pPr marL="3240062" indent="-1080021" algn="l" defTabSz="4320083" rtl="0" eaLnBrk="1" latinLnBrk="0" hangingPunct="1">
        <a:lnSpc>
          <a:spcPct val="120000"/>
        </a:lnSpc>
        <a:spcBef>
          <a:spcPts val="2362"/>
        </a:spcBef>
        <a:buSzPct val="125000"/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5400104" indent="-1080021" algn="l" defTabSz="4320083" rtl="0" eaLnBrk="1" latinLnBrk="0" hangingPunct="1">
        <a:lnSpc>
          <a:spcPct val="120000"/>
        </a:lnSpc>
        <a:spcBef>
          <a:spcPts val="2362"/>
        </a:spcBef>
        <a:buSzPct val="125000"/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3pPr>
      <a:lvl4pPr marL="7560145" indent="-1080021" algn="l" defTabSz="4320083" rtl="0" eaLnBrk="1" latinLnBrk="0" hangingPunct="1">
        <a:lnSpc>
          <a:spcPct val="120000"/>
        </a:lnSpc>
        <a:spcBef>
          <a:spcPts val="2362"/>
        </a:spcBef>
        <a:buSzPct val="125000"/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4pPr>
      <a:lvl5pPr marL="9720186" indent="-1080021" algn="l" defTabSz="4320083" rtl="0" eaLnBrk="1" latinLnBrk="0" hangingPunct="1">
        <a:lnSpc>
          <a:spcPct val="120000"/>
        </a:lnSpc>
        <a:spcBef>
          <a:spcPts val="2362"/>
        </a:spcBef>
        <a:buSzPct val="125000"/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5pPr>
      <a:lvl6pPr marL="11880228" indent="-1080021" algn="l" defTabSz="4320083" rtl="0" eaLnBrk="1" latinLnBrk="0" hangingPunct="1">
        <a:lnSpc>
          <a:spcPct val="120000"/>
        </a:lnSpc>
        <a:spcBef>
          <a:spcPts val="2362"/>
        </a:spcBef>
        <a:buSzPct val="125000"/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4040269" indent="-1080021" algn="l" defTabSz="4320083" rtl="0" eaLnBrk="1" latinLnBrk="0" hangingPunct="1">
        <a:lnSpc>
          <a:spcPct val="120000"/>
        </a:lnSpc>
        <a:spcBef>
          <a:spcPts val="2362"/>
        </a:spcBef>
        <a:buSzPct val="125000"/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6200311" indent="-1080021" algn="l" defTabSz="4320083" rtl="0" eaLnBrk="1" latinLnBrk="0" hangingPunct="1">
        <a:lnSpc>
          <a:spcPct val="120000"/>
        </a:lnSpc>
        <a:spcBef>
          <a:spcPts val="2362"/>
        </a:spcBef>
        <a:buSzPct val="125000"/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8360352" indent="-1080021" algn="l" defTabSz="4320083" rtl="0" eaLnBrk="1" latinLnBrk="0" hangingPunct="1">
        <a:lnSpc>
          <a:spcPct val="120000"/>
        </a:lnSpc>
        <a:spcBef>
          <a:spcPts val="2362"/>
        </a:spcBef>
        <a:buSzPct val="125000"/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083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1pPr>
      <a:lvl2pPr marL="2160041" algn="l" defTabSz="4320083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320083" algn="l" defTabSz="4320083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3pPr>
      <a:lvl4pPr marL="6480124" algn="l" defTabSz="4320083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4pPr>
      <a:lvl5pPr marL="8640166" algn="l" defTabSz="4320083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5pPr>
      <a:lvl6pPr marL="10800207" algn="l" defTabSz="4320083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6pPr>
      <a:lvl7pPr marL="12960248" algn="l" defTabSz="4320083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7pPr>
      <a:lvl8pPr marL="15120290" algn="l" defTabSz="4320083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8pPr>
      <a:lvl9pPr marL="17280331" algn="l" defTabSz="4320083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jpe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17" Type="http://schemas.openxmlformats.org/officeDocument/2006/relationships/image" Target="../media/image18.jpe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2" Type="http://schemas.openxmlformats.org/officeDocument/2006/relationships/image" Target="../media/image3.png"/><Relationship Id="rId16" Type="http://schemas.openxmlformats.org/officeDocument/2006/relationships/image" Target="../media/image17.jpe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5" Type="http://schemas.openxmlformats.org/officeDocument/2006/relationships/image" Target="../media/image6.png"/><Relationship Id="rId15" Type="http://schemas.openxmlformats.org/officeDocument/2006/relationships/image" Target="../media/image16.jpe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10" Type="http://schemas.openxmlformats.org/officeDocument/2006/relationships/image" Target="../media/image11.jpe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jpg"/><Relationship Id="rId9" Type="http://schemas.openxmlformats.org/officeDocument/2006/relationships/image" Target="../media/image10.jpeg"/><Relationship Id="rId14" Type="http://schemas.openxmlformats.org/officeDocument/2006/relationships/image" Target="../media/image15.jpe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jpeg"/><Relationship Id="rId35" Type="http://schemas.openxmlformats.org/officeDocument/2006/relationships/image" Target="../media/image36.png"/><Relationship Id="rId8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5E2132-9387-116A-4AC8-1E56DEE8A892}"/>
              </a:ext>
            </a:extLst>
          </p:cNvPr>
          <p:cNvSpPr/>
          <p:nvPr/>
        </p:nvSpPr>
        <p:spPr>
          <a:xfrm>
            <a:off x="833849" y="7517440"/>
            <a:ext cx="8944937" cy="2114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1EEC45C-E916-4DB4-4C1A-5DBADB848D19}"/>
              </a:ext>
            </a:extLst>
          </p:cNvPr>
          <p:cNvSpPr/>
          <p:nvPr/>
        </p:nvSpPr>
        <p:spPr>
          <a:xfrm>
            <a:off x="808214" y="21902757"/>
            <a:ext cx="8993790" cy="3800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FDAAD1F-1DD8-D96C-F1A1-1AB218FDCAB4}"/>
              </a:ext>
            </a:extLst>
          </p:cNvPr>
          <p:cNvSpPr/>
          <p:nvPr/>
        </p:nvSpPr>
        <p:spPr>
          <a:xfrm>
            <a:off x="821110" y="25844192"/>
            <a:ext cx="8947196" cy="49563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40DD143-F64E-E32C-B284-A676E0CBE621}"/>
              </a:ext>
            </a:extLst>
          </p:cNvPr>
          <p:cNvSpPr/>
          <p:nvPr/>
        </p:nvSpPr>
        <p:spPr>
          <a:xfrm>
            <a:off x="21794762" y="7531607"/>
            <a:ext cx="10055775" cy="25488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DCBE1BC-8F30-D867-B078-9DAEAE5B2C69}"/>
              </a:ext>
            </a:extLst>
          </p:cNvPr>
          <p:cNvSpPr/>
          <p:nvPr/>
        </p:nvSpPr>
        <p:spPr>
          <a:xfrm>
            <a:off x="821112" y="30971562"/>
            <a:ext cx="8947195" cy="11330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615F55B-AF7E-8C4D-87E8-0AF808DE3133}"/>
              </a:ext>
            </a:extLst>
          </p:cNvPr>
          <p:cNvSpPr/>
          <p:nvPr/>
        </p:nvSpPr>
        <p:spPr>
          <a:xfrm>
            <a:off x="33046713" y="7517440"/>
            <a:ext cx="9411555" cy="15060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E0B6C0-81C9-A998-FFD8-21380B8253E7}"/>
              </a:ext>
            </a:extLst>
          </p:cNvPr>
          <p:cNvSpPr/>
          <p:nvPr/>
        </p:nvSpPr>
        <p:spPr>
          <a:xfrm>
            <a:off x="21785496" y="33299861"/>
            <a:ext cx="10055775" cy="9001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57522D-04BA-3E2C-4E58-51FFDCF2203C}"/>
              </a:ext>
            </a:extLst>
          </p:cNvPr>
          <p:cNvSpPr/>
          <p:nvPr/>
        </p:nvSpPr>
        <p:spPr>
          <a:xfrm>
            <a:off x="11218507" y="7517440"/>
            <a:ext cx="9642047" cy="28285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01D530-5F5B-FE3D-20B5-2CA8F22B9412}"/>
              </a:ext>
            </a:extLst>
          </p:cNvPr>
          <p:cNvSpPr/>
          <p:nvPr/>
        </p:nvSpPr>
        <p:spPr>
          <a:xfrm>
            <a:off x="833850" y="9859834"/>
            <a:ext cx="8968155" cy="3572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42CDBC-181D-DCC8-4FFF-EC8132FFEC56}"/>
              </a:ext>
            </a:extLst>
          </p:cNvPr>
          <p:cNvCxnSpPr>
            <a:cxnSpLocks/>
          </p:cNvCxnSpPr>
          <p:nvPr/>
        </p:nvCxnSpPr>
        <p:spPr>
          <a:xfrm flipV="1">
            <a:off x="10800000" y="0"/>
            <a:ext cx="0" cy="43200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595303-76F6-BE8B-5661-7317A50F65CC}"/>
              </a:ext>
            </a:extLst>
          </p:cNvPr>
          <p:cNvCxnSpPr>
            <a:cxnSpLocks/>
          </p:cNvCxnSpPr>
          <p:nvPr/>
        </p:nvCxnSpPr>
        <p:spPr>
          <a:xfrm flipV="1">
            <a:off x="32400638" y="4893528"/>
            <a:ext cx="0" cy="38307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F4DC2E4-8B44-CFC6-DD6A-C9F42B85A46F}"/>
              </a:ext>
            </a:extLst>
          </p:cNvPr>
          <p:cNvSpPr txBox="1"/>
          <p:nvPr/>
        </p:nvSpPr>
        <p:spPr>
          <a:xfrm>
            <a:off x="25334867" y="33484208"/>
            <a:ext cx="2839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8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最终成品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92CB47-95E1-2A8F-00EA-D7CBB3E77A9A}"/>
              </a:ext>
            </a:extLst>
          </p:cNvPr>
          <p:cNvSpPr txBox="1"/>
          <p:nvPr/>
        </p:nvSpPr>
        <p:spPr>
          <a:xfrm>
            <a:off x="4534489" y="10031464"/>
            <a:ext cx="17310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8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670903-3C01-2F15-3241-FE0341CA1401}"/>
              </a:ext>
            </a:extLst>
          </p:cNvPr>
          <p:cNvSpPr txBox="1"/>
          <p:nvPr/>
        </p:nvSpPr>
        <p:spPr>
          <a:xfrm>
            <a:off x="1245088" y="10753659"/>
            <a:ext cx="8457296" cy="224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/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专注于运动的机器人一直是机器人设计中的热门话题。这始于制造轮式机器人，这种机器人可以快速在光滑的表面（即人造道路）上行驶。然后是制造腿部驱动的机器人，这种机器人需要良好的脚踝来穿越崎岖、陡峭的地形。</a:t>
            </a:r>
            <a:endParaRPr lang="en-CN" sz="2801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216941-011C-4557-E691-DD5175836F9C}"/>
              </a:ext>
            </a:extLst>
          </p:cNvPr>
          <p:cNvSpPr txBox="1"/>
          <p:nvPr/>
        </p:nvSpPr>
        <p:spPr>
          <a:xfrm>
            <a:off x="14820477" y="8357225"/>
            <a:ext cx="3024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8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解决方案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3C04F9-60C9-D9B8-9850-B56CE33F8209}"/>
              </a:ext>
            </a:extLst>
          </p:cNvPr>
          <p:cNvSpPr txBox="1"/>
          <p:nvPr/>
        </p:nvSpPr>
        <p:spPr>
          <a:xfrm>
            <a:off x="1221613" y="8662972"/>
            <a:ext cx="78917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CN" dirty="0"/>
              <a:t>郭鸿嘉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499FE8-9D0E-6B06-16DA-77F41FA59A56}"/>
              </a:ext>
            </a:extLst>
          </p:cNvPr>
          <p:cNvSpPr txBox="1"/>
          <p:nvPr/>
        </p:nvSpPr>
        <p:spPr>
          <a:xfrm>
            <a:off x="1138607" y="7752770"/>
            <a:ext cx="83330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8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上海市上海中学国际部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021210-07E1-B484-795A-3E9E8859B5D8}"/>
              </a:ext>
            </a:extLst>
          </p:cNvPr>
          <p:cNvSpPr txBox="1"/>
          <p:nvPr/>
        </p:nvSpPr>
        <p:spPr>
          <a:xfrm>
            <a:off x="12187003" y="9418688"/>
            <a:ext cx="8014447" cy="26384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/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我正在尝试制作一个可以相对模仿人类脚踝的仿生脚踝。</a:t>
            </a:r>
            <a:endParaRPr lang="en-US" altLang="zh-CN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eaLnBrk="0"/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eaLnBrk="0"/>
            <a:r>
              <a:rPr lang="en-US" altLang="zh-CN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1. </a:t>
            </a:r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使用 </a:t>
            </a:r>
            <a:r>
              <a:rPr lang="en-US" sz="280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Solidworks</a:t>
            </a:r>
            <a:r>
              <a:rPr 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，</a:t>
            </a:r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我首先规划出硬件的整体结构，以检查该方案的可行性。</a:t>
            </a:r>
          </a:p>
          <a:p>
            <a:pPr eaLnBrk="0"/>
            <a:r>
              <a:rPr lang="en-US" altLang="zh-CN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2. </a:t>
            </a:r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然后，我开始构建整个项目的硬件。</a:t>
            </a:r>
            <a:endParaRPr lang="en-US" altLang="zh-CN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eaLnBrk="0"/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eaLnBrk="0"/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eaLnBrk="0"/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eaLnBrk="0"/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支撑系统经过仔细考虑，接近实际的成年人小腿</a:t>
            </a:r>
            <a:endParaRPr lang="en-US" altLang="zh-CN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eaLnBrk="0"/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eaLnBrk="0"/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eaLnBrk="0"/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电机与轮轴相连，并配有滚轮和法兰轴承以减少摩擦，并固定在支撑板上</a:t>
            </a:r>
            <a:endParaRPr lang="en-US" altLang="zh-CN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然后有导轮将弦引导到指定位置，并有阻尼以减少电机的振动。</a:t>
            </a:r>
            <a:endParaRPr lang="en-US" altLang="zh-CN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弹簧系统包含两个平行组，每个组有两个弹簧，以便弹簧可以施加到所有方向</a:t>
            </a:r>
            <a:endParaRPr lang="en-US" altLang="zh-CN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万向节连接在脚和腿之间。连接万向节的部件经过特殊设计，可以承受力。</a:t>
            </a:r>
            <a:endParaRPr lang="en-US" altLang="zh-CN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altLang="zh-CN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eaLnBrk="0"/>
            <a:endParaRPr lang="en-US" altLang="zh-CN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eaLnBrk="0"/>
            <a:endParaRPr lang="en-US" altLang="zh-CN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eaLnBrk="0"/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弦连接到弹簧上以使其更具弹性，并紧紧固定在脚的末端，缠绕在电机上</a:t>
            </a:r>
            <a:endParaRPr lang="en-US" altLang="zh-CN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altLang="zh-CN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514438" indent="-51443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743078" indent="-74307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743078" indent="-74307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743078" indent="-74307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743078" indent="-743078" eaLnBrk="0">
              <a:buFont typeface="+mj-lt"/>
              <a:buAutoNum type="alphaLcParenR"/>
            </a:pPr>
            <a:endParaRPr lang="en-US" sz="280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eaLnBrk="0"/>
            <a:r>
              <a:rPr lang="en-US" altLang="zh-CN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3. </a:t>
            </a:r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然后我构建 </a:t>
            </a:r>
            <a:r>
              <a:rPr 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Arduino </a:t>
            </a:r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设置，使用 </a:t>
            </a:r>
            <a:r>
              <a:rPr 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esp32 </a:t>
            </a:r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作为控制器，陀螺仪作为传感器，两个电机作为驱动力。</a:t>
            </a:r>
            <a:r>
              <a:rPr 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Esp32 </a:t>
            </a:r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可以无线发送数据到其他 </a:t>
            </a:r>
            <a:r>
              <a:rPr 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esp32。</a:t>
            </a:r>
            <a:r>
              <a:rPr lang="zh-CN" altLang="en-US" sz="280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这意味着嵌入脚中的陀螺仪不需要一直连接电线。</a:t>
            </a:r>
            <a:endParaRPr lang="en-CN" sz="2801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47CADB-19AC-0F81-4846-D726E6FC9E40}"/>
              </a:ext>
            </a:extLst>
          </p:cNvPr>
          <p:cNvSpPr txBox="1"/>
          <p:nvPr/>
        </p:nvSpPr>
        <p:spPr>
          <a:xfrm>
            <a:off x="35874386" y="7734577"/>
            <a:ext cx="41346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8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</a:t>
            </a:r>
            <a:r>
              <a:rPr lang="en-US" altLang="zh-CN" sz="48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zh-CN" altLang="en-US" sz="48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自由度</a:t>
            </a:r>
            <a:endParaRPr lang="en-CN" sz="48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A2C6FA6F-977B-6441-B005-A447B2348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236175"/>
              </p:ext>
            </p:extLst>
          </p:nvPr>
        </p:nvGraphicFramePr>
        <p:xfrm>
          <a:off x="34118235" y="16153755"/>
          <a:ext cx="7792802" cy="3621639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3896401">
                  <a:extLst>
                    <a:ext uri="{9D8B030D-6E8A-4147-A177-3AD203B41FA5}">
                      <a16:colId xmlns:a16="http://schemas.microsoft.com/office/drawing/2014/main" val="587377626"/>
                    </a:ext>
                  </a:extLst>
                </a:gridCol>
                <a:gridCol w="3896401">
                  <a:extLst>
                    <a:ext uri="{9D8B030D-6E8A-4147-A177-3AD203B41FA5}">
                      <a16:colId xmlns:a16="http://schemas.microsoft.com/office/drawing/2014/main" val="2885139893"/>
                    </a:ext>
                  </a:extLst>
                </a:gridCol>
              </a:tblGrid>
              <a:tr h="10903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5486400" algn="r"/>
                          <a:tab pos="2635250" algn="ctr"/>
                          <a:tab pos="3011170" algn="ctr"/>
                          <a:tab pos="5486400" algn="r"/>
                          <a:tab pos="6416040" algn="r"/>
                        </a:tabLst>
                      </a:pPr>
                      <a:r>
                        <a:rPr lang="en-CN" sz="2800" kern="1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动作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5486400" algn="r"/>
                          <a:tab pos="2635250" algn="ctr"/>
                          <a:tab pos="3011170" algn="ctr"/>
                          <a:tab pos="5486400" algn="r"/>
                          <a:tab pos="6416040" algn="r"/>
                        </a:tabLst>
                      </a:pPr>
                      <a:r>
                        <a:rPr lang="en-US" sz="2800" kern="100" dirty="0" err="1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最大角度</a:t>
                      </a:r>
                      <a:r>
                        <a:rPr lang="en-US" sz="2800" kern="1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(°)</a:t>
                      </a:r>
                      <a:endParaRPr lang="en-CN" sz="2800" kern="10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16971"/>
                  </a:ext>
                </a:extLst>
              </a:tr>
              <a:tr h="63282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5486400" algn="r"/>
                          <a:tab pos="2635250" algn="ctr"/>
                          <a:tab pos="3011170" algn="ctr"/>
                          <a:tab pos="5486400" algn="r"/>
                          <a:tab pos="6416040" algn="r"/>
                        </a:tabLst>
                      </a:pPr>
                      <a:r>
                        <a:rPr lang="zh-CN" altLang="en-US" sz="2800" kern="1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背屈（向上）</a:t>
                      </a:r>
                      <a:endParaRPr lang="en-CN" sz="2800" kern="10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5486400" algn="r"/>
                          <a:tab pos="2635250" algn="ctr"/>
                          <a:tab pos="3011170" algn="ctr"/>
                          <a:tab pos="5486400" algn="r"/>
                          <a:tab pos="6416040" algn="r"/>
                        </a:tabLst>
                      </a:pPr>
                      <a:r>
                        <a:rPr lang="en-US" sz="2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24.1</a:t>
                      </a:r>
                      <a:endParaRPr lang="en-CN" sz="2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3937142"/>
                  </a:ext>
                </a:extLst>
              </a:tr>
              <a:tr h="63282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5486400" algn="r"/>
                          <a:tab pos="2635250" algn="ctr"/>
                          <a:tab pos="3011170" algn="ctr"/>
                          <a:tab pos="5486400" algn="r"/>
                          <a:tab pos="6416040" algn="r"/>
                        </a:tabLst>
                      </a:pPr>
                      <a:r>
                        <a:rPr lang="zh-CN" altLang="en-US" sz="2800" kern="1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跖屈（向下）</a:t>
                      </a:r>
                      <a:endParaRPr lang="en-CN" sz="2800" kern="10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5486400" algn="r"/>
                          <a:tab pos="2635250" algn="ctr"/>
                          <a:tab pos="3011170" algn="ctr"/>
                          <a:tab pos="5486400" algn="r"/>
                          <a:tab pos="6416040" algn="r"/>
                        </a:tabLst>
                      </a:pPr>
                      <a:r>
                        <a:rPr lang="en-US" sz="2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33.7</a:t>
                      </a:r>
                      <a:endParaRPr lang="en-CN" sz="2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2984903"/>
                  </a:ext>
                </a:extLst>
              </a:tr>
              <a:tr h="63282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5486400" algn="r"/>
                          <a:tab pos="2635250" algn="ctr"/>
                          <a:tab pos="3011170" algn="ctr"/>
                          <a:tab pos="5486400" algn="r"/>
                          <a:tab pos="6416040" algn="r"/>
                        </a:tabLst>
                      </a:pPr>
                      <a:r>
                        <a:rPr lang="zh-CN" altLang="en-US" sz="2800" kern="1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倒置（向内）</a:t>
                      </a:r>
                      <a:endParaRPr lang="en-CN" sz="2800" kern="10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5486400" algn="r"/>
                          <a:tab pos="2635250" algn="ctr"/>
                          <a:tab pos="3011170" algn="ctr"/>
                          <a:tab pos="5486400" algn="r"/>
                          <a:tab pos="6416040" algn="r"/>
                        </a:tabLst>
                      </a:pPr>
                      <a:r>
                        <a:rPr lang="en-US" sz="2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21.9</a:t>
                      </a:r>
                      <a:endParaRPr lang="en-CN" sz="2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850247"/>
                  </a:ext>
                </a:extLst>
              </a:tr>
              <a:tr h="63282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5486400" algn="r"/>
                          <a:tab pos="2635250" algn="ctr"/>
                          <a:tab pos="3011170" algn="ctr"/>
                          <a:tab pos="5486400" algn="r"/>
                          <a:tab pos="6416040" algn="r"/>
                        </a:tabLst>
                      </a:pPr>
                      <a:r>
                        <a:rPr lang="zh-CN" altLang="en-US" sz="2800" kern="10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外翻（向外）</a:t>
                      </a:r>
                      <a:endParaRPr lang="en-CN" sz="2800" kern="10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5486400" algn="r"/>
                          <a:tab pos="2635250" algn="ctr"/>
                          <a:tab pos="3011170" algn="ctr"/>
                          <a:tab pos="5486400" algn="r"/>
                          <a:tab pos="6416040" algn="r"/>
                        </a:tabLst>
                      </a:pPr>
                      <a:r>
                        <a:rPr lang="en-US" sz="2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14.6</a:t>
                      </a:r>
                      <a:endParaRPr lang="en-CN" sz="2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8278790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55F1BC19-EACD-55CC-D7C3-EF72054DCB6A}"/>
              </a:ext>
            </a:extLst>
          </p:cNvPr>
          <p:cNvSpPr txBox="1"/>
          <p:nvPr/>
        </p:nvSpPr>
        <p:spPr>
          <a:xfrm>
            <a:off x="3359405" y="31146986"/>
            <a:ext cx="4839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8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距离传感器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BD9C21-2B31-B326-F0F6-D36DDA241E56}"/>
              </a:ext>
            </a:extLst>
          </p:cNvPr>
          <p:cNvSpPr txBox="1"/>
          <p:nvPr/>
        </p:nvSpPr>
        <p:spPr>
          <a:xfrm>
            <a:off x="4074690" y="26015179"/>
            <a:ext cx="2798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8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作用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FC7542-E824-71ED-41AF-B0AD8243247F}"/>
              </a:ext>
            </a:extLst>
          </p:cNvPr>
          <p:cNvSpPr txBox="1"/>
          <p:nvPr/>
        </p:nvSpPr>
        <p:spPr>
          <a:xfrm>
            <a:off x="1505585" y="26830259"/>
            <a:ext cx="8009987" cy="310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仿生脚踝将使用两个电机来模拟正常人脚的运动。仿生脚利用弹簧系统、万向节和电机系统等组件，试图模拟身体部位的功能，包括</a:t>
            </a:r>
          </a:p>
          <a:p>
            <a:r>
              <a:rPr lang="en-US" altLang="zh-CN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吸收冲击</a:t>
            </a:r>
          </a:p>
          <a:p>
            <a:r>
              <a:rPr lang="en-US" altLang="zh-CN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提供动力</a:t>
            </a:r>
          </a:p>
          <a:p>
            <a:r>
              <a:rPr lang="en-US" altLang="zh-CN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提供关节</a:t>
            </a:r>
          </a:p>
          <a:p>
            <a:r>
              <a:rPr lang="en-US" altLang="zh-CN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提供支撑</a:t>
            </a:r>
            <a:endParaRPr lang="en-CN" sz="280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FC4969-A8B0-A085-E3E5-710CBADF2B13}"/>
              </a:ext>
            </a:extLst>
          </p:cNvPr>
          <p:cNvSpPr txBox="1"/>
          <p:nvPr/>
        </p:nvSpPr>
        <p:spPr>
          <a:xfrm>
            <a:off x="26034477" y="8128694"/>
            <a:ext cx="3870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8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编程部分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CE8044-A482-AE73-B207-5E224472EFA0}"/>
              </a:ext>
            </a:extLst>
          </p:cNvPr>
          <p:cNvSpPr txBox="1"/>
          <p:nvPr/>
        </p:nvSpPr>
        <p:spPr>
          <a:xfrm>
            <a:off x="22407938" y="20069696"/>
            <a:ext cx="8883784" cy="224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仿生脚踝的编程依赖于 </a:t>
            </a:r>
            <a:r>
              <a:rPr lang="en-US" altLang="zh-CN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个变量 </a:t>
            </a:r>
            <a:r>
              <a:rPr 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 </a:t>
            </a:r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控制。四个距离传感器将计算脚相对于地面的倾斜度。然后，自适应程序将分别对两个元素应用 </a:t>
            </a:r>
            <a:r>
              <a:rPr 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 </a:t>
            </a:r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控制器。然后，将两个结果组合起来并将其发送到两个电机，让它们增加或减少角度。</a:t>
            </a:r>
            <a:endParaRPr lang="en-CN" sz="280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0CAA270-46F5-77B8-76FB-A30CC5CCAC0D}"/>
              </a:ext>
            </a:extLst>
          </p:cNvPr>
          <p:cNvSpPr/>
          <p:nvPr/>
        </p:nvSpPr>
        <p:spPr>
          <a:xfrm>
            <a:off x="843869" y="13726602"/>
            <a:ext cx="8968154" cy="8046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037927-D388-8EC3-AE1D-CD1BB55690BF}"/>
              </a:ext>
            </a:extLst>
          </p:cNvPr>
          <p:cNvSpPr txBox="1"/>
          <p:nvPr/>
        </p:nvSpPr>
        <p:spPr>
          <a:xfrm>
            <a:off x="4379152" y="13900718"/>
            <a:ext cx="1542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8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B91CB7F-001A-0F72-51C3-82A0514D72D8}"/>
              </a:ext>
            </a:extLst>
          </p:cNvPr>
          <p:cNvSpPr txBox="1"/>
          <p:nvPr/>
        </p:nvSpPr>
        <p:spPr>
          <a:xfrm>
            <a:off x="1573460" y="14511542"/>
            <a:ext cx="7553524" cy="366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zh-CN" altLang="en-US" sz="2801" b="1" dirty="0"/>
          </a:p>
          <a:p>
            <a:pPr rtl="0"/>
            <a:r>
              <a:rPr lang="zh-CN" altLang="en-US" sz="2801" dirty="0">
                <a:solidFill>
                  <a:schemeClr val="bg1"/>
                </a:solidFill>
              </a:rPr>
              <a:t>创造一个好的仿生脚踝具有挑战性： </a:t>
            </a:r>
            <a:endParaRPr lang="en-US" altLang="zh-CN" sz="2801" dirty="0">
              <a:solidFill>
                <a:schemeClr val="bg1"/>
              </a:solidFill>
            </a:endParaRPr>
          </a:p>
          <a:p>
            <a:pPr rtl="0"/>
            <a:r>
              <a:rPr lang="en-US" altLang="zh-CN" sz="2801" dirty="0">
                <a:solidFill>
                  <a:schemeClr val="bg1"/>
                </a:solidFill>
              </a:rPr>
              <a:t>1.</a:t>
            </a:r>
            <a:r>
              <a:rPr lang="zh-CN" altLang="en-US" sz="2801" dirty="0">
                <a:solidFill>
                  <a:schemeClr val="bg1"/>
                </a:solidFill>
              </a:rPr>
              <a:t>要达到真实人类脚踝的灵活性 </a:t>
            </a:r>
            <a:endParaRPr lang="en-US" altLang="zh-CN" sz="2801" dirty="0">
              <a:solidFill>
                <a:schemeClr val="bg1"/>
              </a:solidFill>
            </a:endParaRPr>
          </a:p>
          <a:p>
            <a:pPr rtl="0"/>
            <a:r>
              <a:rPr lang="en-US" altLang="zh-CN" sz="2801" dirty="0">
                <a:solidFill>
                  <a:schemeClr val="bg1"/>
                </a:solidFill>
              </a:rPr>
              <a:t>2. </a:t>
            </a:r>
            <a:r>
              <a:rPr lang="zh-CN" altLang="en-US" sz="2801" dirty="0">
                <a:solidFill>
                  <a:schemeClr val="bg1"/>
                </a:solidFill>
              </a:rPr>
              <a:t>要能够与地面互动 </a:t>
            </a:r>
            <a:endParaRPr lang="en-US" altLang="zh-CN" sz="2801" dirty="0">
              <a:solidFill>
                <a:schemeClr val="bg1"/>
              </a:solidFill>
            </a:endParaRPr>
          </a:p>
          <a:p>
            <a:pPr rtl="0"/>
            <a:r>
              <a:rPr lang="en-US" altLang="zh-CN" sz="2801" dirty="0">
                <a:solidFill>
                  <a:schemeClr val="bg1"/>
                </a:solidFill>
              </a:rPr>
              <a:t>3. </a:t>
            </a:r>
            <a:r>
              <a:rPr lang="zh-CN" altLang="en-US" sz="2801" dirty="0">
                <a:solidFill>
                  <a:schemeClr val="bg1"/>
                </a:solidFill>
              </a:rPr>
              <a:t>要能够协调系统 </a:t>
            </a:r>
            <a:endParaRPr lang="en-US" altLang="zh-CN" sz="2801" dirty="0">
              <a:solidFill>
                <a:schemeClr val="bg1"/>
              </a:solidFill>
            </a:endParaRPr>
          </a:p>
          <a:p>
            <a:pPr rtl="0"/>
            <a:r>
              <a:rPr lang="zh-CN" altLang="en-US" sz="2801" dirty="0">
                <a:solidFill>
                  <a:schemeClr val="bg1"/>
                </a:solidFill>
              </a:rPr>
              <a:t>大多数脚踝选择实现这些方面的部分</a:t>
            </a:r>
            <a:r>
              <a:rPr lang="zh-CN" altLang="en-US" sz="2801" dirty="0">
                <a:solidFill>
                  <a:srgbClr val="3C4043"/>
                </a:solidFill>
              </a:rPr>
              <a:t>。</a:t>
            </a:r>
          </a:p>
          <a:p>
            <a:endParaRPr lang="en-CN" sz="280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N" sz="3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39F8AAD-7440-A281-49D8-36EBA3CD8637}"/>
              </a:ext>
            </a:extLst>
          </p:cNvPr>
          <p:cNvSpPr txBox="1"/>
          <p:nvPr/>
        </p:nvSpPr>
        <p:spPr>
          <a:xfrm>
            <a:off x="1573460" y="21161033"/>
            <a:ext cx="3144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一个多环仿生脚踝</a:t>
            </a:r>
            <a:endParaRPr lang="en-CN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87440F8-468D-F160-BE27-387A55E12E39}"/>
              </a:ext>
            </a:extLst>
          </p:cNvPr>
          <p:cNvSpPr txBox="1"/>
          <p:nvPr/>
        </p:nvSpPr>
        <p:spPr>
          <a:xfrm>
            <a:off x="2768421" y="22049323"/>
            <a:ext cx="4738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8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创新点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6721B0E-215F-3ADB-5F66-D99DC8F3691B}"/>
              </a:ext>
            </a:extLst>
          </p:cNvPr>
          <p:cNvSpPr txBox="1"/>
          <p:nvPr/>
        </p:nvSpPr>
        <p:spPr>
          <a:xfrm>
            <a:off x="34206403" y="12080445"/>
            <a:ext cx="3924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：外翻角度</a:t>
            </a:r>
            <a:endParaRPr lang="en-CN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E0DCCE-E0A7-492F-5C0B-CE2D1C8BF1A9}"/>
              </a:ext>
            </a:extLst>
          </p:cNvPr>
          <p:cNvSpPr txBox="1"/>
          <p:nvPr/>
        </p:nvSpPr>
        <p:spPr>
          <a:xfrm>
            <a:off x="38595220" y="11954104"/>
            <a:ext cx="3496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：平面屈曲角度</a:t>
            </a:r>
            <a:endParaRPr lang="en-CN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D7CE573-E64A-CCE7-11DA-87C63D1225AE}"/>
              </a:ext>
            </a:extLst>
          </p:cNvPr>
          <p:cNvSpPr txBox="1"/>
          <p:nvPr/>
        </p:nvSpPr>
        <p:spPr>
          <a:xfrm>
            <a:off x="34190120" y="15345368"/>
            <a:ext cx="331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：反转角</a:t>
            </a:r>
            <a:endParaRPr lang="en-CN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50F069-8ACA-672D-25BA-03A8C9817529}"/>
              </a:ext>
            </a:extLst>
          </p:cNvPr>
          <p:cNvSpPr txBox="1"/>
          <p:nvPr/>
        </p:nvSpPr>
        <p:spPr>
          <a:xfrm>
            <a:off x="38612968" y="15234749"/>
            <a:ext cx="3176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：背屈角度</a:t>
            </a:r>
            <a:endParaRPr lang="en-CN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9F3A030-8F0E-68A2-5012-428A5E3836E8}"/>
              </a:ext>
            </a:extLst>
          </p:cNvPr>
          <p:cNvGrpSpPr/>
          <p:nvPr/>
        </p:nvGrpSpPr>
        <p:grpSpPr>
          <a:xfrm>
            <a:off x="5369317" y="17518659"/>
            <a:ext cx="4242385" cy="4212000"/>
            <a:chOff x="37407787" y="7494868"/>
            <a:chExt cx="4242385" cy="3643796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4866E459-4A6C-3346-0EBC-D31C949B8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07787" y="7494868"/>
              <a:ext cx="4242385" cy="308311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B423780-08A1-59DB-D5EA-6135B1C36F14}"/>
                </a:ext>
              </a:extLst>
            </p:cNvPr>
            <p:cNvSpPr txBox="1"/>
            <p:nvPr/>
          </p:nvSpPr>
          <p:spPr>
            <a:xfrm>
              <a:off x="37753250" y="10819155"/>
              <a:ext cx="3747838" cy="319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图</a:t>
              </a:r>
              <a:r>
                <a:rPr lang="en-US" altLang="zh-CN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2:BiOM’s </a:t>
              </a:r>
              <a:r>
                <a:rPr lang="zh-CN" altLang="en-US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仿生脚踝</a:t>
              </a:r>
              <a:endParaRPr lang="en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3244BB84-291C-C9E1-E191-DC3E4FE14F51}"/>
              </a:ext>
            </a:extLst>
          </p:cNvPr>
          <p:cNvSpPr txBox="1"/>
          <p:nvPr/>
        </p:nvSpPr>
        <p:spPr>
          <a:xfrm>
            <a:off x="36156799" y="19953297"/>
            <a:ext cx="626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 </a:t>
            </a:r>
            <a:r>
              <a:rPr lang="en-US" altLang="zh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：各动作可获得的最大角度</a:t>
            </a:r>
            <a:endParaRPr lang="en-CN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BF307DA-827E-774D-3383-BDA1405AA46A}"/>
              </a:ext>
            </a:extLst>
          </p:cNvPr>
          <p:cNvSpPr txBox="1"/>
          <p:nvPr/>
        </p:nvSpPr>
        <p:spPr>
          <a:xfrm>
            <a:off x="25415937" y="14478587"/>
            <a:ext cx="309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：软件流程图</a:t>
            </a:r>
            <a:endParaRPr lang="en-CN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3913A54-2CD7-F19D-84E3-AC21553B1B76}"/>
              </a:ext>
            </a:extLst>
          </p:cNvPr>
          <p:cNvGrpSpPr/>
          <p:nvPr/>
        </p:nvGrpSpPr>
        <p:grpSpPr>
          <a:xfrm>
            <a:off x="27229023" y="34462124"/>
            <a:ext cx="4183022" cy="6938106"/>
            <a:chOff x="38235272" y="20889611"/>
            <a:chExt cx="3575128" cy="7251723"/>
          </a:xfrm>
        </p:grpSpPr>
        <p:pic>
          <p:nvPicPr>
            <p:cNvPr id="75" name="Picture 74" descr="A mechanical device with wheels&#10;&#10;Description automatically generated with medium confidence">
              <a:extLst>
                <a:ext uri="{FF2B5EF4-FFF2-40B4-BE49-F238E27FC236}">
                  <a16:creationId xmlns:a16="http://schemas.microsoft.com/office/drawing/2014/main" id="{B7250CB3-12BF-0427-8EFF-943D9115EE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5535" t="-2620" r="23241" b="2620"/>
            <a:stretch/>
          </p:blipFill>
          <p:spPr>
            <a:xfrm>
              <a:off x="38235272" y="20889611"/>
              <a:ext cx="3575128" cy="655857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EFB269F-1445-C39D-33E5-AF0666BD9736}"/>
                </a:ext>
              </a:extLst>
            </p:cNvPr>
            <p:cNvSpPr txBox="1"/>
            <p:nvPr/>
          </p:nvSpPr>
          <p:spPr>
            <a:xfrm>
              <a:off x="38785827" y="27755307"/>
              <a:ext cx="2953728" cy="386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图</a:t>
              </a:r>
              <a:r>
                <a:rPr lang="en-US" altLang="zh-CN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19:Solidworks</a:t>
              </a:r>
              <a:r>
                <a:rPr lang="zh-CN" altLang="en-US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计划图</a:t>
              </a:r>
              <a:endParaRPr lang="en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45A98EBD-4073-82F3-0381-045F0A181376}"/>
              </a:ext>
            </a:extLst>
          </p:cNvPr>
          <p:cNvSpPr txBox="1"/>
          <p:nvPr/>
        </p:nvSpPr>
        <p:spPr>
          <a:xfrm>
            <a:off x="1453412" y="23038729"/>
            <a:ext cx="7824045" cy="224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3078" indent="-743078">
              <a:buFont typeface="+mj-lt"/>
              <a:buAutoNum type="arabicPeriod"/>
            </a:pPr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增加了内翻和外翻动作</a:t>
            </a:r>
          </a:p>
          <a:p>
            <a:pPr marL="743078" indent="-743078">
              <a:buFont typeface="+mj-lt"/>
              <a:buAutoNum type="arabicPeriod"/>
            </a:pPr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使用更好的弹簧系统来模拟人类的脚踝功能</a:t>
            </a:r>
          </a:p>
          <a:p>
            <a:pPr marL="743078" indent="-743078">
              <a:buFont typeface="+mj-lt"/>
              <a:buAutoNum type="arabicPeriod"/>
            </a:pPr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创建了一个自适应程序，该程序结合使用 </a:t>
            </a:r>
            <a:r>
              <a:rPr 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IMU </a:t>
            </a:r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和激光距离传感器来帮助在不平坦的地面上行走。</a:t>
            </a:r>
            <a:endParaRPr lang="en-CN" sz="280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ED05BE6-55EE-BA2C-C6A0-0E917E9F93B6}"/>
              </a:ext>
            </a:extLst>
          </p:cNvPr>
          <p:cNvSpPr txBox="1"/>
          <p:nvPr/>
        </p:nvSpPr>
        <p:spPr>
          <a:xfrm>
            <a:off x="33477940" y="20581048"/>
            <a:ext cx="8787343" cy="1385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这些数字与人类踝关节运动相对吻合，除背屈外，准确率约为</a:t>
            </a:r>
            <a:r>
              <a:rPr lang="en-US" altLang="zh-CN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26%</a:t>
            </a:r>
            <a:r>
              <a:rPr lang="zh-CN" altLang="en-US" sz="280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。这意味着踝关节可以超越人类的能力，甚至超越人类的能力。</a:t>
            </a:r>
            <a:endParaRPr lang="en-CN" sz="280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722851D-FCDF-CFFC-753C-670A53121CC5}"/>
              </a:ext>
            </a:extLst>
          </p:cNvPr>
          <p:cNvGrpSpPr/>
          <p:nvPr/>
        </p:nvGrpSpPr>
        <p:grpSpPr>
          <a:xfrm>
            <a:off x="22407938" y="15549621"/>
            <a:ext cx="5137590" cy="4145238"/>
            <a:chOff x="22350540" y="12627545"/>
            <a:chExt cx="5137590" cy="4145238"/>
          </a:xfrm>
        </p:grpSpPr>
        <p:pic>
          <p:nvPicPr>
            <p:cNvPr id="109" name="Picture 108" descr="A computer screen shot of a program code&#10;&#10;Description automatically generated">
              <a:extLst>
                <a:ext uri="{FF2B5EF4-FFF2-40B4-BE49-F238E27FC236}">
                  <a16:creationId xmlns:a16="http://schemas.microsoft.com/office/drawing/2014/main" id="{8B3915C4-6C2B-FA4A-C76D-497863438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350540" y="12627545"/>
              <a:ext cx="5137590" cy="3748919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77A2FF9-4A46-5F36-278A-FE4239425499}"/>
                </a:ext>
              </a:extLst>
            </p:cNvPr>
            <p:cNvSpPr txBox="1"/>
            <p:nvPr/>
          </p:nvSpPr>
          <p:spPr>
            <a:xfrm>
              <a:off x="23473712" y="16403451"/>
              <a:ext cx="3266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图 </a:t>
              </a:r>
              <a:r>
                <a:rPr lang="en-US" altLang="zh-CN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</a:t>
              </a:r>
              <a:r>
                <a:rPr lang="zh-CN" altLang="en-US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en-US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PID </a:t>
              </a:r>
              <a:r>
                <a:rPr lang="zh-CN" altLang="en-US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控制器代码</a:t>
              </a:r>
              <a:endParaRPr lang="en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412DD78-A45B-162E-7CA6-EDF04679576C}"/>
              </a:ext>
            </a:extLst>
          </p:cNvPr>
          <p:cNvSpPr/>
          <p:nvPr/>
        </p:nvSpPr>
        <p:spPr>
          <a:xfrm>
            <a:off x="33046713" y="22897182"/>
            <a:ext cx="9411555" cy="192839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14677-5D2C-B186-2C7B-5773A277F609}"/>
              </a:ext>
            </a:extLst>
          </p:cNvPr>
          <p:cNvSpPr txBox="1"/>
          <p:nvPr/>
        </p:nvSpPr>
        <p:spPr>
          <a:xfrm>
            <a:off x="35460711" y="23152034"/>
            <a:ext cx="5142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</a:t>
            </a:r>
            <a:r>
              <a:rPr lang="en-US" altLang="zh-CN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zh-CN" alt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自适应程序</a:t>
            </a:r>
            <a:endParaRPr lang="en-CN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44FBD6-A9D9-6869-6ED1-4AD3601F1D37}"/>
              </a:ext>
            </a:extLst>
          </p:cNvPr>
          <p:cNvSpPr txBox="1"/>
          <p:nvPr/>
        </p:nvSpPr>
        <p:spPr>
          <a:xfrm>
            <a:off x="33915568" y="8806427"/>
            <a:ext cx="8349712" cy="954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这个实验试图探索足部在跖屈、背屈、内翻、外翻四个方向上能移动多少。</a:t>
            </a:r>
            <a:endParaRPr lang="en-CN" sz="280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2A234250-E62D-A309-20F8-A7B00636D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03324" y="28256088"/>
            <a:ext cx="6718214" cy="302960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3F5532-6EAE-029F-C505-D0FF80A938FB}"/>
              </a:ext>
            </a:extLst>
          </p:cNvPr>
          <p:cNvSpPr txBox="1"/>
          <p:nvPr/>
        </p:nvSpPr>
        <p:spPr>
          <a:xfrm>
            <a:off x="25584215" y="31399080"/>
            <a:ext cx="2180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（秒）</a:t>
            </a:r>
            <a:endParaRPr lang="en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67819D-63D4-D8AC-B436-66669DFBC6B0}"/>
              </a:ext>
            </a:extLst>
          </p:cNvPr>
          <p:cNvSpPr txBox="1"/>
          <p:nvPr/>
        </p:nvSpPr>
        <p:spPr>
          <a:xfrm rot="16200000">
            <a:off x="21581122" y="29704437"/>
            <a:ext cx="81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角度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CN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E9F27D-77D0-D9AA-3B89-1F1094D9741D}"/>
              </a:ext>
            </a:extLst>
          </p:cNvPr>
          <p:cNvSpPr txBox="1"/>
          <p:nvPr/>
        </p:nvSpPr>
        <p:spPr>
          <a:xfrm>
            <a:off x="24684095" y="27877204"/>
            <a:ext cx="415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：随时间变化的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控制结果</a:t>
            </a:r>
            <a:endParaRPr lang="en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e 22">
            <a:extLst>
              <a:ext uri="{FF2B5EF4-FFF2-40B4-BE49-F238E27FC236}">
                <a16:creationId xmlns:a16="http://schemas.microsoft.com/office/drawing/2014/main" id="{AD07D723-A4D3-E27F-F9E5-DB48B3115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401763"/>
              </p:ext>
            </p:extLst>
          </p:nvPr>
        </p:nvGraphicFramePr>
        <p:xfrm>
          <a:off x="29102486" y="28400100"/>
          <a:ext cx="2429949" cy="2784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894">
                  <a:extLst>
                    <a:ext uri="{9D8B030D-6E8A-4147-A177-3AD203B41FA5}">
                      <a16:colId xmlns:a16="http://schemas.microsoft.com/office/drawing/2014/main" val="1150180226"/>
                    </a:ext>
                  </a:extLst>
                </a:gridCol>
                <a:gridCol w="1491055">
                  <a:extLst>
                    <a:ext uri="{9D8B030D-6E8A-4147-A177-3AD203B41FA5}">
                      <a16:colId xmlns:a16="http://schemas.microsoft.com/office/drawing/2014/main" val="176319921"/>
                    </a:ext>
                  </a:extLst>
                </a:gridCol>
              </a:tblGrid>
              <a:tr h="648531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207020"/>
                  </a:ext>
                </a:extLst>
              </a:tr>
              <a:tr h="533919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实际俯仰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734050"/>
                  </a:ext>
                </a:extLst>
              </a:tr>
              <a:tr h="533919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期望俯仰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924723"/>
                  </a:ext>
                </a:extLst>
              </a:tr>
              <a:tr h="533919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期望滚转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720092"/>
                  </a:ext>
                </a:extLst>
              </a:tr>
              <a:tr h="533919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实际滚转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007162"/>
                  </a:ext>
                </a:extLst>
              </a:tr>
            </a:tbl>
          </a:graphicData>
        </a:graphic>
      </p:graphicFrame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275A414-424B-E6B8-FC2D-26B2E0DDE3A8}"/>
              </a:ext>
            </a:extLst>
          </p:cNvPr>
          <p:cNvCxnSpPr>
            <a:cxnSpLocks/>
          </p:cNvCxnSpPr>
          <p:nvPr/>
        </p:nvCxnSpPr>
        <p:spPr>
          <a:xfrm>
            <a:off x="23441966" y="28311535"/>
            <a:ext cx="0" cy="2757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8898EA6-223B-C16C-8D1A-99B7EDB3F7CE}"/>
              </a:ext>
            </a:extLst>
          </p:cNvPr>
          <p:cNvCxnSpPr>
            <a:cxnSpLocks/>
          </p:cNvCxnSpPr>
          <p:nvPr/>
        </p:nvCxnSpPr>
        <p:spPr>
          <a:xfrm>
            <a:off x="27301862" y="28311535"/>
            <a:ext cx="0" cy="2757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68CE421-86F6-920F-9BED-3E0718BB5DD2}"/>
              </a:ext>
            </a:extLst>
          </p:cNvPr>
          <p:cNvSpPr txBox="1"/>
          <p:nvPr/>
        </p:nvSpPr>
        <p:spPr>
          <a:xfrm>
            <a:off x="22203327" y="31718511"/>
            <a:ext cx="9389251" cy="954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1575</a:t>
            </a:r>
            <a:r>
              <a:rPr lang="zh-CN" altLang="en-US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毫秒到</a:t>
            </a:r>
            <a:r>
              <a:rPr lang="en-US" altLang="zh-CN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1600</a:t>
            </a:r>
            <a:r>
              <a:rPr lang="zh-CN" altLang="en-US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毫秒，在这</a:t>
            </a:r>
            <a:r>
              <a:rPr lang="en-US" altLang="zh-CN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CN" altLang="en-US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毫秒的时间段内，</a:t>
            </a:r>
            <a:r>
              <a:rPr lang="en-US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zh-CN" altLang="en-US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算法快速反应，接近其期望的俯仰值和期望的滚转值。</a:t>
            </a:r>
            <a:endParaRPr lang="en-CN" sz="280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A7976A-C915-A012-1932-0536B92F904A}"/>
              </a:ext>
            </a:extLst>
          </p:cNvPr>
          <p:cNvGrpSpPr/>
          <p:nvPr/>
        </p:nvGrpSpPr>
        <p:grpSpPr>
          <a:xfrm>
            <a:off x="22300162" y="34462127"/>
            <a:ext cx="4183023" cy="6938106"/>
            <a:chOff x="22424892" y="24053239"/>
            <a:chExt cx="4183023" cy="6938106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99208CF-443C-970C-2467-1141A0295240}"/>
                </a:ext>
              </a:extLst>
            </p:cNvPr>
            <p:cNvSpPr txBox="1"/>
            <p:nvPr/>
          </p:nvSpPr>
          <p:spPr>
            <a:xfrm>
              <a:off x="23313313" y="30622013"/>
              <a:ext cx="29008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图</a:t>
              </a:r>
              <a:r>
                <a:rPr lang="en-US" altLang="zh-CN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18:</a:t>
              </a:r>
              <a:r>
                <a:rPr lang="zh-CN" altLang="en-US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最终成品</a:t>
              </a:r>
              <a:endParaRPr lang="en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5" name="Picture 44" descr="A machine on a table&#10;&#10;Description automatically generated">
              <a:extLst>
                <a:ext uri="{FF2B5EF4-FFF2-40B4-BE49-F238E27FC236}">
                  <a16:creationId xmlns:a16="http://schemas.microsoft.com/office/drawing/2014/main" id="{D1E02917-2014-61CC-A31A-F650B85AF9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11835"/>
            <a:stretch/>
          </p:blipFill>
          <p:spPr>
            <a:xfrm>
              <a:off x="22424892" y="24053239"/>
              <a:ext cx="4183023" cy="632356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5C381907-2C9A-FBD4-8437-FF090EBD98D2}"/>
              </a:ext>
            </a:extLst>
          </p:cNvPr>
          <p:cNvSpPr txBox="1"/>
          <p:nvPr/>
        </p:nvSpPr>
        <p:spPr>
          <a:xfrm>
            <a:off x="33498531" y="24439658"/>
            <a:ext cx="8591529" cy="954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这个实验展示了仿生踝关节对地面的适应。在两张图中，块充当地面。脚会跟随地面并根据块移动。</a:t>
            </a:r>
            <a:endParaRPr lang="en-CN" sz="280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360966-9FB8-C75B-A10D-667171634431}"/>
              </a:ext>
            </a:extLst>
          </p:cNvPr>
          <p:cNvSpPr txBox="1"/>
          <p:nvPr/>
        </p:nvSpPr>
        <p:spPr>
          <a:xfrm>
            <a:off x="38436572" y="26269420"/>
            <a:ext cx="277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：适应地面视频的时间片段</a:t>
            </a:r>
            <a:endParaRPr lang="en-CN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6" name="Picture 8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B5E7824F-7707-04CE-4847-69D4C0DEF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8529" y="33922014"/>
            <a:ext cx="6187525" cy="279028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210C392F-B693-A1FA-BA10-B0C65A4C3FA4}"/>
              </a:ext>
            </a:extLst>
          </p:cNvPr>
          <p:cNvSpPr txBox="1"/>
          <p:nvPr/>
        </p:nvSpPr>
        <p:spPr>
          <a:xfrm>
            <a:off x="36592292" y="36801450"/>
            <a:ext cx="2180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（秒）</a:t>
            </a:r>
            <a:endParaRPr lang="en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EFF7C99-8D5E-596F-851D-9D503CDB9227}"/>
              </a:ext>
            </a:extLst>
          </p:cNvPr>
          <p:cNvSpPr txBox="1"/>
          <p:nvPr/>
        </p:nvSpPr>
        <p:spPr>
          <a:xfrm rot="16200000">
            <a:off x="32916941" y="35178654"/>
            <a:ext cx="81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Angle(°)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091A56F-FF12-1E42-D998-9032240A2EFF}"/>
              </a:ext>
            </a:extLst>
          </p:cNvPr>
          <p:cNvSpPr txBox="1"/>
          <p:nvPr/>
        </p:nvSpPr>
        <p:spPr>
          <a:xfrm>
            <a:off x="35506191" y="33519142"/>
            <a:ext cx="487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：随时间变化的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控制结果</a:t>
            </a:r>
            <a:endParaRPr lang="en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6" name="Table 22">
            <a:extLst>
              <a:ext uri="{FF2B5EF4-FFF2-40B4-BE49-F238E27FC236}">
                <a16:creationId xmlns:a16="http://schemas.microsoft.com/office/drawing/2014/main" id="{D48E8D9E-AB73-DBA3-A281-6EF33E745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94836"/>
              </p:ext>
            </p:extLst>
          </p:nvPr>
        </p:nvGraphicFramePr>
        <p:xfrm>
          <a:off x="39910201" y="33868371"/>
          <a:ext cx="2429949" cy="2784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894">
                  <a:extLst>
                    <a:ext uri="{9D8B030D-6E8A-4147-A177-3AD203B41FA5}">
                      <a16:colId xmlns:a16="http://schemas.microsoft.com/office/drawing/2014/main" val="1150180226"/>
                    </a:ext>
                  </a:extLst>
                </a:gridCol>
                <a:gridCol w="1491055">
                  <a:extLst>
                    <a:ext uri="{9D8B030D-6E8A-4147-A177-3AD203B41FA5}">
                      <a16:colId xmlns:a16="http://schemas.microsoft.com/office/drawing/2014/main" val="176319921"/>
                    </a:ext>
                  </a:extLst>
                </a:gridCol>
              </a:tblGrid>
              <a:tr h="648531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207020"/>
                  </a:ext>
                </a:extLst>
              </a:tr>
              <a:tr h="533919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ctual pitch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734050"/>
                  </a:ext>
                </a:extLst>
              </a:tr>
              <a:tr h="533919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Desired pitch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924723"/>
                  </a:ext>
                </a:extLst>
              </a:tr>
              <a:tr h="533919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Desired 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720092"/>
                  </a:ext>
                </a:extLst>
              </a:tr>
              <a:tr h="533919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007162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ABF8F8C2-8BBD-1B45-D740-A3DFD07B5910}"/>
              </a:ext>
            </a:extLst>
          </p:cNvPr>
          <p:cNvSpPr txBox="1"/>
          <p:nvPr/>
        </p:nvSpPr>
        <p:spPr>
          <a:xfrm>
            <a:off x="33322300" y="32080390"/>
            <a:ext cx="9405464" cy="954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下图是实验的数值。随着木块的移动，所需的俯仰和滚动将发生变化，因此脚的俯仰和滚动也将随之移动。</a:t>
            </a:r>
            <a:endParaRPr lang="en-CN" sz="280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D9FD5EE-BAB8-BE97-7EA9-FDE105113E72}"/>
              </a:ext>
            </a:extLst>
          </p:cNvPr>
          <p:cNvCxnSpPr>
            <a:cxnSpLocks/>
          </p:cNvCxnSpPr>
          <p:nvPr/>
        </p:nvCxnSpPr>
        <p:spPr>
          <a:xfrm>
            <a:off x="34565047" y="33894657"/>
            <a:ext cx="0" cy="2757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10941F6-DD7A-412F-9B4B-4BE906A22B67}"/>
              </a:ext>
            </a:extLst>
          </p:cNvPr>
          <p:cNvCxnSpPr>
            <a:cxnSpLocks/>
          </p:cNvCxnSpPr>
          <p:nvPr/>
        </p:nvCxnSpPr>
        <p:spPr>
          <a:xfrm>
            <a:off x="38090424" y="33922009"/>
            <a:ext cx="0" cy="2757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Picture 115" descr="A machine on a table&#10;&#10;Description automatically generated">
            <a:extLst>
              <a:ext uri="{FF2B5EF4-FFF2-40B4-BE49-F238E27FC236}">
                <a16:creationId xmlns:a16="http://schemas.microsoft.com/office/drawing/2014/main" id="{618260FE-B270-4E2E-8442-087D200CB5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6083" y="14301513"/>
            <a:ext cx="1407907" cy="187647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8" name="Picture 117" descr="A machine with wires and wires&#10;&#10;Description automatically generated">
            <a:extLst>
              <a:ext uri="{FF2B5EF4-FFF2-40B4-BE49-F238E27FC236}">
                <a16:creationId xmlns:a16="http://schemas.microsoft.com/office/drawing/2014/main" id="{316206C3-6811-56F0-361B-CDA8F1BDA3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52446" y="14230199"/>
            <a:ext cx="1407908" cy="187647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0" name="Picture 119" descr="A close up of a machine&#10;&#10;Description automatically generated">
            <a:extLst>
              <a:ext uri="{FF2B5EF4-FFF2-40B4-BE49-F238E27FC236}">
                <a16:creationId xmlns:a16="http://schemas.microsoft.com/office/drawing/2014/main" id="{514FE92C-8F84-34A5-87BA-642B5ABC08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52449" y="17612554"/>
            <a:ext cx="1443167" cy="192347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2" name="Picture 121" descr="Close-up of a red and purple device&#10;&#10;Description automatically generated">
            <a:extLst>
              <a:ext uri="{FF2B5EF4-FFF2-40B4-BE49-F238E27FC236}">
                <a16:creationId xmlns:a16="http://schemas.microsoft.com/office/drawing/2014/main" id="{B7F131F4-28A8-95C7-D23F-A21BC644FE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83821" y="17659554"/>
            <a:ext cx="1407908" cy="187647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4" name="Picture 123" descr="A close-up of a machine&#10;&#10;Description automatically generated">
            <a:extLst>
              <a:ext uri="{FF2B5EF4-FFF2-40B4-BE49-F238E27FC236}">
                <a16:creationId xmlns:a16="http://schemas.microsoft.com/office/drawing/2014/main" id="{CD0577DF-0C88-D979-3B25-F16B8C829D9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727" r="35009"/>
          <a:stretch/>
        </p:blipFill>
        <p:spPr>
          <a:xfrm>
            <a:off x="13074293" y="21060811"/>
            <a:ext cx="1567591" cy="191833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6" name="Picture 125" descr="A close-up of a machine&#10;&#10;Description automatically generated">
            <a:extLst>
              <a:ext uri="{FF2B5EF4-FFF2-40B4-BE49-F238E27FC236}">
                <a16:creationId xmlns:a16="http://schemas.microsoft.com/office/drawing/2014/main" id="{2D8FDE87-DC7E-768C-76E0-761F8114C5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52447" y="21000090"/>
            <a:ext cx="1443166" cy="192347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8" name="Picture 127" descr="A close-up of a machine&#10;&#10;Description automatically generated">
            <a:extLst>
              <a:ext uri="{FF2B5EF4-FFF2-40B4-BE49-F238E27FC236}">
                <a16:creationId xmlns:a16="http://schemas.microsoft.com/office/drawing/2014/main" id="{6944592A-4F16-CD3E-E4C7-A5554345131D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3559" r="25695"/>
          <a:stretch/>
        </p:blipFill>
        <p:spPr>
          <a:xfrm>
            <a:off x="13074293" y="24491929"/>
            <a:ext cx="1567591" cy="193466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0" name="Picture 129" descr="A close-up of a mechanical device&#10;&#10;Description automatically generated">
            <a:extLst>
              <a:ext uri="{FF2B5EF4-FFF2-40B4-BE49-F238E27FC236}">
                <a16:creationId xmlns:a16="http://schemas.microsoft.com/office/drawing/2014/main" id="{6EB5A2F6-4893-763B-34AF-66F695C573B5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9273" r="23456" b="1999"/>
          <a:stretch/>
        </p:blipFill>
        <p:spPr>
          <a:xfrm>
            <a:off x="13112567" y="27975483"/>
            <a:ext cx="1491045" cy="191285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3" name="Picture 132" descr="A close-up of a device&#10;&#10;Description automatically generated">
            <a:extLst>
              <a:ext uri="{FF2B5EF4-FFF2-40B4-BE49-F238E27FC236}">
                <a16:creationId xmlns:a16="http://schemas.microsoft.com/office/drawing/2014/main" id="{766B15FD-F3C5-58D7-C3A0-613A3EB699E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112567" y="31379236"/>
            <a:ext cx="1491045" cy="198728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5" name="Picture 134" descr="A rectangular object with a purple square on it&#10;&#10;Description automatically generated">
            <a:extLst>
              <a:ext uri="{FF2B5EF4-FFF2-40B4-BE49-F238E27FC236}">
                <a16:creationId xmlns:a16="http://schemas.microsoft.com/office/drawing/2014/main" id="{A99D1EC1-E6A9-B5FB-4BFE-FB4DCE8DB1B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435883" y="31285691"/>
            <a:ext cx="1491045" cy="198728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6" name="Picture 135" descr="A drawing of a mechanical device&#10;&#10;Description automatically generated">
            <a:extLst>
              <a:ext uri="{FF2B5EF4-FFF2-40B4-BE49-F238E27FC236}">
                <a16:creationId xmlns:a16="http://schemas.microsoft.com/office/drawing/2014/main" id="{E4C56919-4690-5126-9AB8-8A4F1224B32B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9" r="14195"/>
          <a:stretch/>
        </p:blipFill>
        <p:spPr>
          <a:xfrm>
            <a:off x="17351905" y="24442381"/>
            <a:ext cx="1587585" cy="193466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8" name="Picture 137" descr="A drawing of a metal object&#10;&#10;Description automatically generated">
            <a:extLst>
              <a:ext uri="{FF2B5EF4-FFF2-40B4-BE49-F238E27FC236}">
                <a16:creationId xmlns:a16="http://schemas.microsoft.com/office/drawing/2014/main" id="{04F05952-E51B-50F2-F232-15E64C65B7A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438371" y="27939373"/>
            <a:ext cx="1587585" cy="191285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39" name="TextBox 138">
            <a:extLst>
              <a:ext uri="{FF2B5EF4-FFF2-40B4-BE49-F238E27FC236}">
                <a16:creationId xmlns:a16="http://schemas.microsoft.com/office/drawing/2014/main" id="{0FC5F098-4775-969D-C749-7EF3ABE252A3}"/>
              </a:ext>
            </a:extLst>
          </p:cNvPr>
          <p:cNvSpPr txBox="1"/>
          <p:nvPr/>
        </p:nvSpPr>
        <p:spPr>
          <a:xfrm>
            <a:off x="14603609" y="14583629"/>
            <a:ext cx="2667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（左）：仿生踝关节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侧视图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（右）：仿生踝关节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后视图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7843780-8AB0-2CE5-9F3E-2AF0740F3930}"/>
              </a:ext>
            </a:extLst>
          </p:cNvPr>
          <p:cNvSpPr txBox="1"/>
          <p:nvPr/>
        </p:nvSpPr>
        <p:spPr>
          <a:xfrm>
            <a:off x="14698881" y="17959689"/>
            <a:ext cx="2667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（左）：电机、车轴、滚轮</a:t>
            </a:r>
          </a:p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（右）：法兰轴承</a:t>
            </a:r>
            <a:endParaRPr lang="en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C54E288-A395-4627-C045-F8383F71E42A}"/>
              </a:ext>
            </a:extLst>
          </p:cNvPr>
          <p:cNvSpPr txBox="1"/>
          <p:nvPr/>
        </p:nvSpPr>
        <p:spPr>
          <a:xfrm>
            <a:off x="14705323" y="21361662"/>
            <a:ext cx="2667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（左）：导轮</a:t>
            </a:r>
          </a:p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（右）：阻尼</a:t>
            </a:r>
            <a:endParaRPr lang="en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A4EB1D6-5328-B53F-F282-9F5E9044D9E3}"/>
              </a:ext>
            </a:extLst>
          </p:cNvPr>
          <p:cNvSpPr txBox="1"/>
          <p:nvPr/>
        </p:nvSpPr>
        <p:spPr>
          <a:xfrm>
            <a:off x="14767927" y="24826917"/>
            <a:ext cx="2667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（左）：弹簧系统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（右）：弹簧系统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透明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8B4CFFD-BC59-517C-9843-BBE057AEC7BF}"/>
              </a:ext>
            </a:extLst>
          </p:cNvPr>
          <p:cNvSpPr txBox="1"/>
          <p:nvPr/>
        </p:nvSpPr>
        <p:spPr>
          <a:xfrm>
            <a:off x="14767927" y="28266795"/>
            <a:ext cx="2667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（左）：万向节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模型中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（右）：万向节</a:t>
            </a:r>
            <a:endParaRPr lang="en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BD926EE-EE29-0EE3-D417-EA50302C6E19}"/>
              </a:ext>
            </a:extLst>
          </p:cNvPr>
          <p:cNvSpPr txBox="1"/>
          <p:nvPr/>
        </p:nvSpPr>
        <p:spPr>
          <a:xfrm>
            <a:off x="14795445" y="31810504"/>
            <a:ext cx="2667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（左）：带弹簧的绳子</a:t>
            </a:r>
          </a:p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（右）：脚底，带绳子绑在上面</a:t>
            </a:r>
            <a:endParaRPr lang="en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B9252F97-5EF8-472F-6841-E62CD5D7CD6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158461" y="10002064"/>
            <a:ext cx="3159700" cy="190428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8" name="Picture 147" descr="A close up of a machine&#10;&#10;Description automatically generated">
            <a:extLst>
              <a:ext uri="{FF2B5EF4-FFF2-40B4-BE49-F238E27FC236}">
                <a16:creationId xmlns:a16="http://schemas.microsoft.com/office/drawing/2014/main" id="{836FCC7E-AD55-321E-E81A-F687BD34B1D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207343" y="12840774"/>
            <a:ext cx="3110818" cy="206605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0" name="Picture 149" descr="A red and silver machine with wires and a red box&#10;&#10;Description automatically generated with medium confidence">
            <a:extLst>
              <a:ext uri="{FF2B5EF4-FFF2-40B4-BE49-F238E27FC236}">
                <a16:creationId xmlns:a16="http://schemas.microsoft.com/office/drawing/2014/main" id="{FB118233-E978-72D1-4264-C945F6D4AF6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072456" y="9983388"/>
            <a:ext cx="2092954" cy="193413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2" name="Picture 151" descr="A close up of a machine&#10;&#10;Description automatically generated">
            <a:extLst>
              <a:ext uri="{FF2B5EF4-FFF2-40B4-BE49-F238E27FC236}">
                <a16:creationId xmlns:a16="http://schemas.microsoft.com/office/drawing/2014/main" id="{5F7EE66D-C9A2-B218-1693-D0E94E270D9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558136" y="12847685"/>
            <a:ext cx="3176512" cy="205717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85424DAA-A540-C70D-26D6-3C026790031F}"/>
              </a:ext>
            </a:extLst>
          </p:cNvPr>
          <p:cNvSpPr txBox="1"/>
          <p:nvPr/>
        </p:nvSpPr>
        <p:spPr>
          <a:xfrm>
            <a:off x="33335812" y="37285132"/>
            <a:ext cx="8839583" cy="523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这种对地面的适应可以帮助用户穿越复杂的地形和环境。</a:t>
            </a:r>
            <a:endParaRPr lang="en-CN" sz="280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FFDE88-2C6B-4E1F-4417-5E9D1CA1DE9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7976" y="17553614"/>
            <a:ext cx="4153045" cy="308846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E9E390-172D-0743-B269-5D17DFA5641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252860" y="9376476"/>
            <a:ext cx="9370513" cy="478268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E9F219C-B168-22E6-31DC-87C1763D30B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3656" y="31977983"/>
            <a:ext cx="5367680" cy="23423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0A11453-5CA5-D751-F4E5-BCFF6B25F862}"/>
                  </a:ext>
                </a:extLst>
              </p:cNvPr>
              <p:cNvSpPr txBox="1"/>
              <p:nvPr/>
            </p:nvSpPr>
            <p:spPr>
              <a:xfrm>
                <a:off x="972741" y="34389015"/>
                <a:ext cx="8625157" cy="2870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利用距离传感器，脚踝可以使用三角函数来找出使用方程之间的角度</a:t>
                </a:r>
                <a:endParaRPr lang="en-US" sz="2801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CN" sz="280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80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80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80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80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sz="280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en-US" sz="280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80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sz="280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den>
                        </m:f>
                      </m:e>
                    </m:func>
                  </m:oMath>
                </a14:m>
                <a:r>
                  <a:rPr lang="en-CN" sz="280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zh-CN" altLang="en-US" sz="280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由于一个距离传感器无法完全代表地面，因此每端的距离是该端 </a:t>
                </a:r>
                <a:r>
                  <a:rPr lang="en-US" altLang="zh-CN" sz="280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zh-CN" altLang="en-US" sz="280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个距离传感器的平均值，以代表整个平面。</a:t>
                </a:r>
                <a:endParaRPr lang="en-CN" sz="280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0A11453-5CA5-D751-F4E5-BCFF6B25F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741" y="34389015"/>
                <a:ext cx="8625157" cy="2870016"/>
              </a:xfrm>
              <a:prstGeom prst="rect">
                <a:avLst/>
              </a:prstGeom>
              <a:blipFill>
                <a:blip r:embed="rId26"/>
                <a:stretch>
                  <a:fillRect l="-1471" t="-2203" b="-44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85B6E17E-AAAC-1E29-802B-87088E376713}"/>
              </a:ext>
            </a:extLst>
          </p:cNvPr>
          <p:cNvSpPr txBox="1"/>
          <p:nvPr/>
        </p:nvSpPr>
        <p:spPr>
          <a:xfrm>
            <a:off x="6515269" y="32073611"/>
            <a:ext cx="2762191" cy="1385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地面检测是自适应程序中的重要目标之一。</a:t>
            </a:r>
            <a:endParaRPr lang="en-CN" sz="2801" dirty="0"/>
          </a:p>
        </p:txBody>
      </p:sp>
      <p:pic>
        <p:nvPicPr>
          <p:cNvPr id="18" name="Picture 17" descr="A person in a white coat&#10;&#10;Description automatically generated">
            <a:extLst>
              <a:ext uri="{FF2B5EF4-FFF2-40B4-BE49-F238E27FC236}">
                <a16:creationId xmlns:a16="http://schemas.microsoft.com/office/drawing/2014/main" id="{317A04B1-F659-4E56-5966-1F61D573826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000311" y="25966509"/>
            <a:ext cx="2778400" cy="4671776"/>
          </a:xfrm>
          <a:prstGeom prst="rect">
            <a:avLst/>
          </a:prstGeom>
        </p:spPr>
      </p:pic>
      <p:pic>
        <p:nvPicPr>
          <p:cNvPr id="21" name="Picture 20" descr="A machine with a red and blue object&#10;&#10;Description automatically generated">
            <a:extLst>
              <a:ext uri="{FF2B5EF4-FFF2-40B4-BE49-F238E27FC236}">
                <a16:creationId xmlns:a16="http://schemas.microsoft.com/office/drawing/2014/main" id="{05DD9C01-8E17-3983-10B7-3FE1DF42712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270685" y="27406958"/>
            <a:ext cx="2830730" cy="433218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A5C501C-B0C2-4CD7-E1E6-28E7DD830316}"/>
              </a:ext>
            </a:extLst>
          </p:cNvPr>
          <p:cNvSpPr txBox="1"/>
          <p:nvPr/>
        </p:nvSpPr>
        <p:spPr>
          <a:xfrm>
            <a:off x="34158462" y="30861143"/>
            <a:ext cx="277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：适应地面视频之前的时间片段</a:t>
            </a:r>
            <a:endParaRPr lang="en-CN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A3B7D0-FBCB-F437-6743-1FBEA4AFC143}"/>
                  </a:ext>
                </a:extLst>
              </p:cNvPr>
              <p:cNvSpPr txBox="1"/>
              <p:nvPr/>
            </p:nvSpPr>
            <p:spPr>
              <a:xfrm>
                <a:off x="27610730" y="16039969"/>
                <a:ext cx="4186458" cy="2280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PID Controller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1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80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801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80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𝑆𝑢𝑚</m:t>
                      </m:r>
                      <m:d>
                        <m:dPr>
                          <m:ctrlPr>
                            <a:rPr lang="en-US" sz="280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80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sz="2801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80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×(∆</m:t>
                      </m:r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−∆</m:t>
                      </m:r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280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CN" sz="280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A3B7D0-FBCB-F437-6743-1FBEA4AFC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0730" y="16039969"/>
                <a:ext cx="4186458" cy="2280496"/>
              </a:xfrm>
              <a:prstGeom prst="rect">
                <a:avLst/>
              </a:prstGeom>
              <a:blipFill>
                <a:blip r:embed="rId29"/>
                <a:stretch>
                  <a:fillRect t="-2210" b="-331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22">
            <a:extLst>
              <a:ext uri="{FF2B5EF4-FFF2-40B4-BE49-F238E27FC236}">
                <a16:creationId xmlns:a16="http://schemas.microsoft.com/office/drawing/2014/main" id="{BB7CE1C1-4C6D-FA05-085A-1A0CA1364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893431"/>
              </p:ext>
            </p:extLst>
          </p:nvPr>
        </p:nvGraphicFramePr>
        <p:xfrm>
          <a:off x="39919316" y="33885261"/>
          <a:ext cx="2429949" cy="2784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894">
                  <a:extLst>
                    <a:ext uri="{9D8B030D-6E8A-4147-A177-3AD203B41FA5}">
                      <a16:colId xmlns:a16="http://schemas.microsoft.com/office/drawing/2014/main" val="1150180226"/>
                    </a:ext>
                  </a:extLst>
                </a:gridCol>
                <a:gridCol w="1491055">
                  <a:extLst>
                    <a:ext uri="{9D8B030D-6E8A-4147-A177-3AD203B41FA5}">
                      <a16:colId xmlns:a16="http://schemas.microsoft.com/office/drawing/2014/main" val="176319921"/>
                    </a:ext>
                  </a:extLst>
                </a:gridCol>
              </a:tblGrid>
              <a:tr h="648531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207020"/>
                  </a:ext>
                </a:extLst>
              </a:tr>
              <a:tr h="533919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实际俯仰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734050"/>
                  </a:ext>
                </a:extLst>
              </a:tr>
              <a:tr h="533919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期望俯仰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924723"/>
                  </a:ext>
                </a:extLst>
              </a:tr>
              <a:tr h="533919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期望滚转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720092"/>
                  </a:ext>
                </a:extLst>
              </a:tr>
              <a:tr h="533919"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实际滚转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007162"/>
                  </a:ext>
                </a:extLst>
              </a:tr>
            </a:tbl>
          </a:graphicData>
        </a:graphic>
      </p:graphicFrame>
      <p:pic>
        <p:nvPicPr>
          <p:cNvPr id="64" name="Picture 63" descr="A grey object with wires&#10;&#10;Description automatically generated">
            <a:extLst>
              <a:ext uri="{FF2B5EF4-FFF2-40B4-BE49-F238E27FC236}">
                <a16:creationId xmlns:a16="http://schemas.microsoft.com/office/drawing/2014/main" id="{F57A6FE9-C06F-CA14-CF6F-F5F810D01FD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-19203874" y="-40754867"/>
            <a:ext cx="7772400" cy="5827016"/>
          </a:xfrm>
          <a:prstGeom prst="rect">
            <a:avLst/>
          </a:prstGeom>
        </p:spPr>
      </p:pic>
      <p:pic>
        <p:nvPicPr>
          <p:cNvPr id="72" name="Picture 71" descr="A grey object with wires&#10;&#10;Description automatically generated">
            <a:extLst>
              <a:ext uri="{FF2B5EF4-FFF2-40B4-BE49-F238E27FC236}">
                <a16:creationId xmlns:a16="http://schemas.microsoft.com/office/drawing/2014/main" id="{7C635DB9-38C6-1C58-6532-115807D554B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768421" y="37430017"/>
            <a:ext cx="4641652" cy="3479875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5DF220D9-62F7-9325-8378-EEE5EED64882}"/>
              </a:ext>
            </a:extLst>
          </p:cNvPr>
          <p:cNvSpPr txBox="1"/>
          <p:nvPr/>
        </p:nvSpPr>
        <p:spPr>
          <a:xfrm>
            <a:off x="4095469" y="41080878"/>
            <a:ext cx="211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在脚部地示意图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841CE5B-15E1-0A16-C81D-E2BC92614C67}"/>
              </a:ext>
            </a:extLst>
          </p:cNvPr>
          <p:cNvSpPr/>
          <p:nvPr/>
        </p:nvSpPr>
        <p:spPr>
          <a:xfrm>
            <a:off x="11218506" y="36056126"/>
            <a:ext cx="9642041" cy="6124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E2D284C-A055-4FFF-6073-05804D7A9193}"/>
              </a:ext>
            </a:extLst>
          </p:cNvPr>
          <p:cNvSpPr txBox="1"/>
          <p:nvPr/>
        </p:nvSpPr>
        <p:spPr>
          <a:xfrm>
            <a:off x="15211834" y="36416914"/>
            <a:ext cx="17938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绳子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74445F-006A-BAAE-0C79-96C8EF147740}"/>
              </a:ext>
            </a:extLst>
          </p:cNvPr>
          <p:cNvSpPr txBox="1"/>
          <p:nvPr/>
        </p:nvSpPr>
        <p:spPr>
          <a:xfrm>
            <a:off x="11769701" y="37599589"/>
            <a:ext cx="40599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/>
                </a:solidFill>
              </a:rPr>
              <a:t>绳子的捆绑是一件难事</a:t>
            </a:r>
            <a:r>
              <a:rPr lang="zh-CN" altLang="en-US" dirty="0">
                <a:solidFill>
                  <a:schemeClr val="bg1"/>
                </a:solidFill>
              </a:rPr>
              <a:t>。我自己尝试系绳后，发现需要很大的力气才能将钢丝绳松散地系在脚的四个末端。</a:t>
            </a:r>
          </a:p>
          <a:p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在寻找系绳方法后，我发现两个可以提供帮助的物品：钢丝套和单向钢丝紧线器。钢丝套可以解决将钢丝绳绑在弹簧上的问题。单向钢丝紧线器可以轻松地将钢丝绳固定在脚的四个角上。</a:t>
            </a:r>
            <a:endParaRPr lang="en-CN" dirty="0">
              <a:solidFill>
                <a:schemeClr val="bg1"/>
              </a:solidFill>
            </a:endParaRP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D53A2DF2-98CE-1834-2AA2-CD1EE5B57CF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5891025" y="37655974"/>
            <a:ext cx="2117702" cy="2822501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2F39CCC8-6802-3E7D-3A64-D0E719FD2DF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-112703995" y="-232841460"/>
            <a:ext cx="7546747" cy="1005840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0677982B-5AAF-AC8E-9B4E-AF0ADDB7EBD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8257099" y="37611117"/>
            <a:ext cx="2147580" cy="2862322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489AD264-C175-EE3F-7338-83E69A2BCB09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3439058" y="38353446"/>
            <a:ext cx="4043305" cy="3032479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F761E9AE-5559-0DD3-8FAB-E430C6798CC0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7803987" y="38353446"/>
            <a:ext cx="4043306" cy="3032479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7191DE01-71AC-24E2-8C1D-CF64C6D5C963}"/>
              </a:ext>
            </a:extLst>
          </p:cNvPr>
          <p:cNvSpPr txBox="1"/>
          <p:nvPr/>
        </p:nvSpPr>
        <p:spPr>
          <a:xfrm>
            <a:off x="33516181" y="41598852"/>
            <a:ext cx="4062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：俯仰的差异变化</a:t>
            </a:r>
            <a:endParaRPr lang="en-CN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83F14CA-A639-F1F8-82CA-6A2302E4FDA2}"/>
              </a:ext>
            </a:extLst>
          </p:cNvPr>
          <p:cNvSpPr txBox="1"/>
          <p:nvPr/>
        </p:nvSpPr>
        <p:spPr>
          <a:xfrm>
            <a:off x="38289350" y="41520442"/>
            <a:ext cx="3982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zh-CN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：滚转的差异变化</a:t>
            </a:r>
            <a:endParaRPr lang="en-CN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6D3CA2E7-EA61-1DAC-2681-5FD7C0B7430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4228143" y="22302163"/>
            <a:ext cx="4893107" cy="2879572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45DDE976-5B3A-B958-9864-C241A3AFAB17}"/>
              </a:ext>
            </a:extLst>
          </p:cNvPr>
          <p:cNvSpPr txBox="1"/>
          <p:nvPr/>
        </p:nvSpPr>
        <p:spPr>
          <a:xfrm>
            <a:off x="22300162" y="25595206"/>
            <a:ext cx="87630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两个电机的 </a:t>
            </a:r>
            <a:r>
              <a:rPr lang="en-US" sz="2800" dirty="0">
                <a:solidFill>
                  <a:schemeClr val="bg1"/>
                </a:solidFill>
              </a:rPr>
              <a:t>PID </a:t>
            </a:r>
            <a:r>
              <a:rPr lang="zh-CN" altLang="en-US" sz="2800" dirty="0">
                <a:solidFill>
                  <a:schemeClr val="bg1"/>
                </a:solidFill>
              </a:rPr>
              <a:t>控制器更复杂，因为有两个数据，俯仰和滚动，需要使用两个电机进行控制。我假设两个电机的增量无论方向如何都提供相同的拉力，所以我需要为俯仰和滚动做两个 </a:t>
            </a:r>
            <a:r>
              <a:rPr lang="en-US" sz="2800" dirty="0">
                <a:solidFill>
                  <a:schemeClr val="bg1"/>
                </a:solidFill>
              </a:rPr>
              <a:t>PID </a:t>
            </a:r>
            <a:r>
              <a:rPr lang="zh-CN" altLang="en-US" sz="2800" dirty="0">
                <a:solidFill>
                  <a:schemeClr val="bg1"/>
                </a:solidFill>
              </a:rPr>
              <a:t>控制器。</a:t>
            </a:r>
            <a:endParaRPr lang="en-C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5135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jBmZjc3ZDJlZTk3NWM1MDgyM2Y3OWRhNDY0NjEyMD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4614</TotalTime>
  <Words>1216</Words>
  <Application>Microsoft Macintosh PowerPoint</Application>
  <PresentationFormat>Custom</PresentationFormat>
  <Paragraphs>173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Cambria Math</vt:lpstr>
      <vt:lpstr>Times New Roman</vt:lpstr>
      <vt:lpstr>Tw Cen MT</vt:lpstr>
      <vt:lpstr>Circuit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 Chin</dc:creator>
  <cp:lastModifiedBy>Zhaohua Guo</cp:lastModifiedBy>
  <cp:revision>120</cp:revision>
  <cp:lastPrinted>2021-12-31T07:36:00Z</cp:lastPrinted>
  <dcterms:created xsi:type="dcterms:W3CDTF">2021-12-31T07:36:00Z</dcterms:created>
  <dcterms:modified xsi:type="dcterms:W3CDTF">2024-12-02T11:34:56Z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6650810975AC4470ABDBCE82C36DF916_12</vt:lpwstr>
  </property>
  <property fmtid="{D5CDD505-2E9C-101B-9397-08002B2CF9AE}" pid="3" name="KSOProductBuildVer">
    <vt:lpwstr>2052-12.1.0.16120</vt:lpwstr>
  </property>
</Properties>
</file>