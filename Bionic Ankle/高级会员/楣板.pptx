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32399288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60"/>
  </p:normalViewPr>
  <p:slideViewPr>
    <p:cSldViewPr snapToGrid="0">
      <p:cViewPr varScale="1">
        <p:scale>
          <a:sx n="35" d="100"/>
          <a:sy n="35" d="100"/>
        </p:scale>
        <p:origin x="1400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32399296" cy="864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6125493" cy="8640764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6452" y="1414125"/>
            <a:ext cx="23362924" cy="3008266"/>
          </a:xfrm>
        </p:spPr>
        <p:txBody>
          <a:bodyPr anchor="b">
            <a:normAutofit/>
          </a:bodyPr>
          <a:lstStyle>
            <a:lvl1pPr algn="l">
              <a:defRPr sz="60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6452" y="4538401"/>
            <a:ext cx="23362924" cy="2086184"/>
          </a:xfrm>
        </p:spPr>
        <p:txBody>
          <a:bodyPr>
            <a:normAutofit/>
          </a:bodyPr>
          <a:lstStyle>
            <a:lvl1pPr marL="0" indent="0" algn="l">
              <a:buNone/>
              <a:defRPr sz="2520" cap="all" baseline="0">
                <a:solidFill>
                  <a:schemeClr val="tx2"/>
                </a:solidFill>
              </a:defRPr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8807933" y="6816604"/>
            <a:ext cx="7289840" cy="460041"/>
          </a:xfrm>
        </p:spPr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86450" y="6816604"/>
            <a:ext cx="13618984" cy="460041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300269" y="6816601"/>
            <a:ext cx="2049109" cy="460041"/>
          </a:xfrm>
        </p:spPr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7460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344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210" y="1788160"/>
            <a:ext cx="26324422" cy="3594317"/>
          </a:xfrm>
        </p:spPr>
        <p:txBody>
          <a:bodyPr anchor="b">
            <a:normAutofit/>
          </a:bodyPr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210" y="5574492"/>
            <a:ext cx="26324422" cy="1732154"/>
          </a:xfrm>
        </p:spPr>
        <p:txBody>
          <a:bodyPr>
            <a:normAutofit/>
          </a:bodyPr>
          <a:lstStyle>
            <a:lvl1pPr marL="0" indent="0">
              <a:buNone/>
              <a:defRPr sz="2268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394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33209" y="2834248"/>
            <a:ext cx="12963938" cy="44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1" y="2834248"/>
            <a:ext cx="12955493" cy="44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571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210" y="780071"/>
            <a:ext cx="26324422" cy="1862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0720" y="2834248"/>
            <a:ext cx="12356435" cy="1038091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024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33209" y="3872339"/>
            <a:ext cx="12963943" cy="3424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009647" y="2834247"/>
            <a:ext cx="12347982" cy="1038091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024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39" y="3872339"/>
            <a:ext cx="12955490" cy="3424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832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201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771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80" y="768069"/>
            <a:ext cx="10247117" cy="206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2200" y="746732"/>
            <a:ext cx="15655428" cy="654991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80" y="2834248"/>
            <a:ext cx="10247117" cy="4462396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036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216" y="768068"/>
            <a:ext cx="15770492" cy="2066181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613690" y="768070"/>
            <a:ext cx="9743942" cy="652857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33209" y="2834248"/>
            <a:ext cx="15770500" cy="4462396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273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209" y="5423679"/>
            <a:ext cx="26341309" cy="1032349"/>
          </a:xfrm>
        </p:spPr>
        <p:txBody>
          <a:bodyPr anchor="b">
            <a:normAutofit/>
          </a:bodyPr>
          <a:lstStyle>
            <a:lvl1pPr>
              <a:defRPr sz="4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33210" y="764069"/>
            <a:ext cx="26341307" cy="415756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4032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33087" y="6456028"/>
            <a:ext cx="26337334" cy="859883"/>
          </a:xfrm>
        </p:spPr>
        <p:txBody>
          <a:bodyPr>
            <a:normAutofit/>
          </a:bodyPr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407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331" y="768068"/>
            <a:ext cx="26324302" cy="4320382"/>
          </a:xfrm>
        </p:spPr>
        <p:txBody>
          <a:bodyPr anchor="ctr">
            <a:normAutofit/>
          </a:bodyPr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33209" y="5568491"/>
            <a:ext cx="26320326" cy="1728151"/>
          </a:xfrm>
        </p:spPr>
        <p:txBody>
          <a:bodyPr anchor="ctr">
            <a:normAutofit/>
          </a:bodyPr>
          <a:lstStyle>
            <a:lvl1pPr marL="0" indent="0">
              <a:buNone/>
              <a:defRPr sz="2268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8109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95" y="768067"/>
            <a:ext cx="24721337" cy="3462893"/>
          </a:xfrm>
        </p:spPr>
        <p:txBody>
          <a:bodyPr anchor="ctr">
            <a:normAutofit/>
          </a:bodyPr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2478" y="4240446"/>
            <a:ext cx="23258551" cy="691674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33211" y="5430299"/>
            <a:ext cx="26324427" cy="1876696"/>
          </a:xfrm>
        </p:spPr>
        <p:txBody>
          <a:bodyPr anchor="ctr">
            <a:normAutofit/>
          </a:bodyPr>
          <a:lstStyle>
            <a:lvl1pPr marL="0" indent="0">
              <a:buNone/>
              <a:defRPr sz="2268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  <p:sp>
        <p:nvSpPr>
          <p:cNvPr id="60" name="TextBox 59"/>
          <p:cNvSpPr txBox="1"/>
          <p:nvPr/>
        </p:nvSpPr>
        <p:spPr>
          <a:xfrm>
            <a:off x="2401013" y="922782"/>
            <a:ext cx="1619964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08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02238" y="3483737"/>
            <a:ext cx="1619964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08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6920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209" y="2688794"/>
            <a:ext cx="26324424" cy="3164796"/>
          </a:xfrm>
        </p:spPr>
        <p:txBody>
          <a:bodyPr anchor="b">
            <a:normAutofit/>
          </a:bodyPr>
          <a:lstStyle>
            <a:lvl1pPr>
              <a:defRPr sz="4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33087" y="5868430"/>
            <a:ext cx="26320449" cy="1437159"/>
          </a:xfrm>
        </p:spPr>
        <p:txBody>
          <a:bodyPr anchor="t">
            <a:normAutofit/>
          </a:bodyPr>
          <a:lstStyle>
            <a:lvl1pPr marL="0" indent="0">
              <a:buNone/>
              <a:defRPr sz="2268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3480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033216" y="768068"/>
            <a:ext cx="26324416" cy="24002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033210" y="3369700"/>
            <a:ext cx="8495509" cy="86407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24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997355" y="4233776"/>
            <a:ext cx="8526963" cy="3062867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997640" y="3373696"/>
            <a:ext cx="8462254" cy="86407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24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1969594" y="4237773"/>
            <a:ext cx="8492669" cy="3062867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867251" y="3369700"/>
            <a:ext cx="8490378" cy="86407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24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0867251" y="4233776"/>
            <a:ext cx="8490378" cy="3062867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9409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033212" y="768068"/>
            <a:ext cx="26324419" cy="24002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3033216" y="5549588"/>
            <a:ext cx="8491101" cy="72606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520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033216" y="3360294"/>
            <a:ext cx="8491101" cy="192017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52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3033216" y="6275652"/>
            <a:ext cx="8491101" cy="1030444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929308" y="5549588"/>
            <a:ext cx="8504813" cy="72606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520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1929308" y="3360294"/>
            <a:ext cx="8500933" cy="192017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52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1925428" y="6275650"/>
            <a:ext cx="8504813" cy="1020993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867585" y="5549586"/>
            <a:ext cx="8479145" cy="72606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520" b="0" cap="all" baseline="0">
                <a:solidFill>
                  <a:schemeClr val="tx1"/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0867253" y="3360294"/>
            <a:ext cx="8490381" cy="192017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52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0867251" y="6275647"/>
            <a:ext cx="8490378" cy="1020997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5343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415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029473" y="768067"/>
            <a:ext cx="5328160" cy="65285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33208" y="768067"/>
            <a:ext cx="20591273" cy="65285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4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32399296" cy="864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37969" y="1"/>
            <a:ext cx="32032266" cy="8640764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33216" y="779304"/>
            <a:ext cx="26324416" cy="1862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215" y="2834250"/>
            <a:ext cx="26324419" cy="4462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16185" y="7412656"/>
            <a:ext cx="728984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82984-2BB9-D448-820D-92C08161FD4F}" type="datetimeFigureOut">
              <a:rPr lang="en-CN" smtClean="0"/>
              <a:t>2024/11/30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3212" y="7412655"/>
            <a:ext cx="16580476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08522" y="7412654"/>
            <a:ext cx="204910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0EC1C-52E8-1B42-AE7A-6D75F36E8C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38539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4536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120000"/>
        </a:lnSpc>
        <a:spcBef>
          <a:spcPts val="1260"/>
        </a:spcBef>
        <a:buSzPct val="125000"/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120000"/>
        </a:lnSpc>
        <a:spcBef>
          <a:spcPts val="630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FE06-BB3E-ACB5-784A-07759CE69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808" y="-367196"/>
            <a:ext cx="31565088" cy="3773177"/>
          </a:xfrm>
        </p:spPr>
        <p:txBody>
          <a:bodyPr>
            <a:normAutofit/>
          </a:bodyPr>
          <a:lstStyle/>
          <a:p>
            <a:r>
              <a:rPr lang="zh-CN" altLang="en-US" sz="12000" dirty="0">
                <a:solidFill>
                  <a:schemeClr val="bg1"/>
                </a:solidFill>
                <a:effectLst/>
                <a:latin typeface="GTICMC+"/>
              </a:rPr>
              <a:t>迈向未来</a:t>
            </a:r>
            <a:r>
              <a:rPr lang="en-US" altLang="zh-CN" sz="12000" dirty="0">
                <a:solidFill>
                  <a:schemeClr val="bg1"/>
                </a:solidFill>
                <a:effectLst/>
                <a:latin typeface="GTICMC+"/>
              </a:rPr>
              <a:t>:</a:t>
            </a:r>
            <a:r>
              <a:rPr lang="zh-CN" altLang="en-US" sz="12000" dirty="0">
                <a:solidFill>
                  <a:schemeClr val="bg1"/>
                </a:solidFill>
                <a:effectLst/>
                <a:latin typeface="GTICMC+"/>
              </a:rPr>
              <a:t>新型自适应双自由 度仿生踝关节 </a:t>
            </a:r>
            <a:endParaRPr lang="zh-CN" altLang="en-US" sz="12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2627D-4AE5-BC5E-8D8B-7FFA0D2E8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01628" y="6302961"/>
            <a:ext cx="23362924" cy="2086184"/>
          </a:xfrm>
        </p:spPr>
        <p:txBody>
          <a:bodyPr>
            <a:normAutofit/>
          </a:bodyPr>
          <a:lstStyle/>
          <a:p>
            <a:r>
              <a:rPr lang="en-US" altLang="zh-CN" sz="9500" dirty="0"/>
              <a:t>11</a:t>
            </a:r>
            <a:r>
              <a:rPr lang="zh-CN" altLang="en-US" sz="9500" dirty="0"/>
              <a:t>年级</a:t>
            </a:r>
            <a:endParaRPr lang="en-CN" sz="9500" dirty="0"/>
          </a:p>
        </p:txBody>
      </p:sp>
    </p:spTree>
    <p:extLst>
      <p:ext uri="{BB962C8B-B14F-4D97-AF65-F5344CB8AC3E}">
        <p14:creationId xmlns:p14="http://schemas.microsoft.com/office/powerpoint/2010/main" val="3524239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{EF6E30C8-B3CD-9241-B67C-B41B7EE781D9}tf10001122</Template>
  <TotalTime>3</TotalTime>
  <Words>12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GTICMC+</vt:lpstr>
      <vt:lpstr>Arial</vt:lpstr>
      <vt:lpstr>Tw Cen MT</vt:lpstr>
      <vt:lpstr>Circuit</vt:lpstr>
      <vt:lpstr>迈向未来:新型自适应双自由 度仿生踝关节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迈向未来:新型自适应双自由 度仿生踝关节 </dc:title>
  <dc:creator>Zhaohua Guo</dc:creator>
  <cp:lastModifiedBy>Zhaohua Guo</cp:lastModifiedBy>
  <cp:revision>1</cp:revision>
  <dcterms:created xsi:type="dcterms:W3CDTF">2024-11-30T14:18:56Z</dcterms:created>
  <dcterms:modified xsi:type="dcterms:W3CDTF">2024-11-30T14:22:48Z</dcterms:modified>
</cp:coreProperties>
</file>